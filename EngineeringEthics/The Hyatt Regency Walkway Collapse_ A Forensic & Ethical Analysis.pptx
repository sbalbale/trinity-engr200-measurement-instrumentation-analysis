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 id="214748368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Bodoni Moda"/>
      <p:regular r:id="rId18"/>
      <p:bold r:id="rId19"/>
      <p:italic r:id="rId20"/>
      <p:boldItalic r:id="rId21"/>
    </p:embeddedFont>
    <p:embeddedFont>
      <p:font typeface="Hanken Grotesk"/>
      <p:regular r:id="rId22"/>
      <p:bold r:id="rId23"/>
      <p:italic r:id="rId24"/>
      <p:boldItalic r:id="rId25"/>
    </p:embeddedFont>
    <p:embeddedFont>
      <p:font typeface="Hanken Grotesk SemiBold"/>
      <p:regular r:id="rId26"/>
      <p:bold r:id="rId27"/>
      <p:italic r:id="rId28"/>
      <p:boldItalic r:id="rId29"/>
    </p:embeddedFont>
    <p:embeddedFont>
      <p:font typeface="Inter"/>
      <p:regular r:id="rId30"/>
      <p:bold r:id="rId31"/>
      <p:italic r:id="rId32"/>
      <p:boldItalic r:id="rId33"/>
    </p:embeddedFont>
    <p:embeddedFont>
      <p:font typeface="Noto Sans"/>
      <p:regular r:id="rId34"/>
      <p:bold r:id="rId35"/>
      <p:italic r:id="rId36"/>
      <p:boldItalic r:id="rId37"/>
    </p:embeddedFont>
    <p:embeddedFont>
      <p:font typeface="Bodoni Moda ExtraBold"/>
      <p:bold r:id="rId38"/>
      <p:boldItalic r:id="rId39"/>
    </p:embeddedFont>
    <p:embeddedFont>
      <p:font typeface="Inter Medium"/>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Medium-regular.fntdata"/><Relationship Id="rId20" Type="http://schemas.openxmlformats.org/officeDocument/2006/relationships/font" Target="fonts/BodoniModa-italic.fntdata"/><Relationship Id="rId42" Type="http://schemas.openxmlformats.org/officeDocument/2006/relationships/font" Target="fonts/InterMedium-italic.fntdata"/><Relationship Id="rId41" Type="http://schemas.openxmlformats.org/officeDocument/2006/relationships/font" Target="fonts/InterMedium-bold.fntdata"/><Relationship Id="rId22" Type="http://schemas.openxmlformats.org/officeDocument/2006/relationships/font" Target="fonts/HankenGrotesk-regular.fntdata"/><Relationship Id="rId21" Type="http://schemas.openxmlformats.org/officeDocument/2006/relationships/font" Target="fonts/BodoniModa-boldItalic.fntdata"/><Relationship Id="rId43" Type="http://schemas.openxmlformats.org/officeDocument/2006/relationships/font" Target="fonts/InterMedium-boldItalic.fntdata"/><Relationship Id="rId24" Type="http://schemas.openxmlformats.org/officeDocument/2006/relationships/font" Target="fonts/HankenGrotesk-italic.fntdata"/><Relationship Id="rId23" Type="http://schemas.openxmlformats.org/officeDocument/2006/relationships/font" Target="fonts/Hanken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ankenGroteskSemiBold-regular.fntdata"/><Relationship Id="rId25" Type="http://schemas.openxmlformats.org/officeDocument/2006/relationships/font" Target="fonts/HankenGrotesk-boldItalic.fntdata"/><Relationship Id="rId28" Type="http://schemas.openxmlformats.org/officeDocument/2006/relationships/font" Target="fonts/HankenGroteskSemiBold-italic.fntdata"/><Relationship Id="rId27" Type="http://schemas.openxmlformats.org/officeDocument/2006/relationships/font" Target="fonts/HankenGroteskSemiBold-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HankenGrotesk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fntdata"/><Relationship Id="rId30" Type="http://schemas.openxmlformats.org/officeDocument/2006/relationships/font" Target="fonts/Inter-regular.fntdata"/><Relationship Id="rId11" Type="http://schemas.openxmlformats.org/officeDocument/2006/relationships/slide" Target="slides/slide5.xml"/><Relationship Id="rId33" Type="http://schemas.openxmlformats.org/officeDocument/2006/relationships/font" Target="fonts/Inter-boldItalic.fntdata"/><Relationship Id="rId10" Type="http://schemas.openxmlformats.org/officeDocument/2006/relationships/slide" Target="slides/slide4.xml"/><Relationship Id="rId32" Type="http://schemas.openxmlformats.org/officeDocument/2006/relationships/font" Target="fonts/Inter-italic.fntdata"/><Relationship Id="rId13" Type="http://schemas.openxmlformats.org/officeDocument/2006/relationships/slide" Target="slides/slide7.xml"/><Relationship Id="rId35" Type="http://schemas.openxmlformats.org/officeDocument/2006/relationships/font" Target="fonts/NotoSans-bold.fntdata"/><Relationship Id="rId12" Type="http://schemas.openxmlformats.org/officeDocument/2006/relationships/slide" Target="slides/slide6.xml"/><Relationship Id="rId34" Type="http://schemas.openxmlformats.org/officeDocument/2006/relationships/font" Target="fonts/NotoSans-regular.fntdata"/><Relationship Id="rId15" Type="http://schemas.openxmlformats.org/officeDocument/2006/relationships/slide" Target="slides/slide9.xml"/><Relationship Id="rId37" Type="http://schemas.openxmlformats.org/officeDocument/2006/relationships/font" Target="fonts/NotoSans-boldItalic.fntdata"/><Relationship Id="rId14" Type="http://schemas.openxmlformats.org/officeDocument/2006/relationships/slide" Target="slides/slide8.xml"/><Relationship Id="rId36" Type="http://schemas.openxmlformats.org/officeDocument/2006/relationships/font" Target="fonts/NotoSans-italic.fntdata"/><Relationship Id="rId17" Type="http://schemas.openxmlformats.org/officeDocument/2006/relationships/slide" Target="slides/slide11.xml"/><Relationship Id="rId39" Type="http://schemas.openxmlformats.org/officeDocument/2006/relationships/font" Target="fonts/BodoniModaExtraBold-boldItalic.fntdata"/><Relationship Id="rId16" Type="http://schemas.openxmlformats.org/officeDocument/2006/relationships/slide" Target="slides/slide10.xml"/><Relationship Id="rId38" Type="http://schemas.openxmlformats.org/officeDocument/2006/relationships/font" Target="fonts/BodoniModaExtraBold-bold.fntdata"/><Relationship Id="rId19" Type="http://schemas.openxmlformats.org/officeDocument/2006/relationships/font" Target="fonts/BodoniModa-bold.fntdata"/><Relationship Id="rId18" Type="http://schemas.openxmlformats.org/officeDocument/2006/relationships/font" Target="fonts/BodoniModa-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SLIDES_API51602186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SLIDES_API51602186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SLIDES_API516021864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SLIDES_API516021864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slide outlines the key topics for our forensic and ethical analysis of the 1981 Hyatt Regency Walkway Collapse. We begin with the catastrophic paradigm and the systemic incentives that shaped the project timeline. Then, we review the original structural design and the critical fabrication modification that altered load paths. The mechanical failure is explained through stress amplification and fractographic lab data. Procedural breakdowns in the review process set the stage for legal adjudication and the establishment of new engineering responsibilities. Finally, we conclude with the ethical mandates that arose from this tragedy and the enduring legacy for professional engineering practice.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SLIDES_API516021864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SLIDES_API516021864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SLIDES_API516021864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SLIDES_API516021864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SLIDES_API516021864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SLIDES_API516021864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SLIDES_API516021864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SLIDES_API516021864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SLIDES_API516021864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SLIDES_API516021864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SLIDES_API516021864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SLIDES_API516021864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SLIDES_API516021864_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SLIDES_API516021864_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SLIDES_API516021864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SLIDES_API516021864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SLIDES_API193030402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SLIDES_API19303040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Sans" type="title">
  <p:cSld name="TITLE">
    <p:bg>
      <p:bgPr>
        <a:solidFill>
          <a:schemeClr val="dk1"/>
        </a:solidFill>
      </p:bgPr>
    </p:bg>
    <p:spTree>
      <p:nvGrpSpPr>
        <p:cNvPr id="55" name="Shape 55"/>
        <p:cNvGrpSpPr/>
        <p:nvPr/>
      </p:nvGrpSpPr>
      <p:grpSpPr>
        <a:xfrm>
          <a:off x="0" y="0"/>
          <a:ext cx="0" cy="0"/>
          <a:chOff x="0" y="0"/>
          <a:chExt cx="0" cy="0"/>
        </a:xfrm>
      </p:grpSpPr>
      <p:sp>
        <p:nvSpPr>
          <p:cNvPr id="56" name="Google Shape;56;p14"/>
          <p:cNvSpPr txBox="1"/>
          <p:nvPr>
            <p:ph type="ctrTitle"/>
          </p:nvPr>
        </p:nvSpPr>
        <p:spPr>
          <a:xfrm>
            <a:off x="570225" y="1545450"/>
            <a:ext cx="5601900" cy="2052600"/>
          </a:xfrm>
          <a:prstGeom prst="rect">
            <a:avLst/>
          </a:prstGeom>
        </p:spPr>
        <p:txBody>
          <a:bodyPr anchorCtr="0" anchor="ctr" bIns="91425" lIns="0" spcFirstLastPara="1" rIns="0" wrap="square" tIns="91425">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7" name="Google Shape;57;p14"/>
          <p:cNvSpPr txBox="1"/>
          <p:nvPr>
            <p:ph idx="1" type="subTitle"/>
          </p:nvPr>
        </p:nvSpPr>
        <p:spPr>
          <a:xfrm>
            <a:off x="914400" y="4120125"/>
            <a:ext cx="4680900" cy="4518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58" name="Google Shape;58;p14"/>
          <p:cNvSpPr txBox="1"/>
          <p:nvPr>
            <p:ph idx="2" type="subTitle"/>
          </p:nvPr>
        </p:nvSpPr>
        <p:spPr>
          <a:xfrm>
            <a:off x="914400" y="3502125"/>
            <a:ext cx="4680900" cy="4518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Tree>
  </p:cSld>
  <p:clrMapOvr>
    <a:masterClrMapping/>
  </p:clrMapOvr>
  <p:extLst>
    <p:ext uri="{DCECCB84-F9BA-43D5-87BE-67443E8EF086}">
      <p15:sldGuideLst>
        <p15:guide id="1" pos="576">
          <p15:clr>
            <a:srgbClr val="E46962"/>
          </p15:clr>
        </p15:guide>
        <p15:guide id="2" pos="5184">
          <p15:clr>
            <a:srgbClr val="E46962"/>
          </p15:clr>
        </p15:guide>
        <p15:guide id="3" orient="horz" pos="2880">
          <p15:clr>
            <a:srgbClr val="E46962"/>
          </p15:clr>
        </p15:guide>
        <p15:guide id="4" pos="3888">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311700" y="2150850"/>
            <a:ext cx="8520600" cy="841800"/>
          </a:xfrm>
          <a:prstGeom prst="rect">
            <a:avLst/>
          </a:prstGeom>
        </p:spPr>
        <p:txBody>
          <a:bodyPr anchorCtr="0" anchor="ctr" bIns="91425" lIns="0" spcFirstLastPara="1" rIns="0"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457200" y="342900"/>
            <a:ext cx="7782900" cy="572700"/>
          </a:xfrm>
          <a:prstGeom prst="rect">
            <a:avLst/>
          </a:prstGeom>
        </p:spPr>
        <p:txBody>
          <a:bodyPr anchorCtr="0" anchor="b" bIns="91425" lIns="0" spcFirstLastPara="1" rIns="0"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p16"/>
          <p:cNvSpPr txBox="1"/>
          <p:nvPr>
            <p:ph idx="1" type="body"/>
          </p:nvPr>
        </p:nvSpPr>
        <p:spPr>
          <a:xfrm>
            <a:off x="457200" y="915600"/>
            <a:ext cx="5709600" cy="3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65" name="Google Shape;65;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66" name="Shape 66"/>
        <p:cNvGrpSpPr/>
        <p:nvPr/>
      </p:nvGrpSpPr>
      <p:grpSpPr>
        <a:xfrm>
          <a:off x="0" y="0"/>
          <a:ext cx="0" cy="0"/>
          <a:chOff x="0" y="0"/>
          <a:chExt cx="0" cy="0"/>
        </a:xfrm>
      </p:grpSpPr>
      <p:sp>
        <p:nvSpPr>
          <p:cNvPr id="67" name="Google Shape;67;p17"/>
          <p:cNvSpPr txBox="1"/>
          <p:nvPr>
            <p:ph type="title"/>
          </p:nvPr>
        </p:nvSpPr>
        <p:spPr>
          <a:xfrm>
            <a:off x="457200" y="356200"/>
            <a:ext cx="5259000" cy="572700"/>
          </a:xfrm>
          <a:prstGeom prst="rect">
            <a:avLst/>
          </a:prstGeom>
        </p:spPr>
        <p:txBody>
          <a:bodyPr anchorCtr="0" anchor="b" bIns="91425" lIns="0" spcFirstLastPara="1" rIns="0"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8" name="Google Shape;68;p17"/>
          <p:cNvSpPr txBox="1"/>
          <p:nvPr>
            <p:ph idx="1" type="body"/>
          </p:nvPr>
        </p:nvSpPr>
        <p:spPr>
          <a:xfrm>
            <a:off x="457200" y="928900"/>
            <a:ext cx="5259000" cy="3653400"/>
          </a:xfrm>
          <a:prstGeom prst="rect">
            <a:avLst/>
          </a:prstGeom>
        </p:spPr>
        <p:txBody>
          <a:bodyPr anchorCtr="0" anchor="ctr" bIns="91425" lIns="0"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1500"/>
              </a:spcBef>
              <a:spcAft>
                <a:spcPts val="0"/>
              </a:spcAft>
              <a:buSzPts val="1400"/>
              <a:buChar char="•"/>
              <a:defRPr/>
            </a:lvl2pPr>
            <a:lvl3pPr indent="-317500" lvl="2" marL="1371600">
              <a:spcBef>
                <a:spcPts val="1500"/>
              </a:spcBef>
              <a:spcAft>
                <a:spcPts val="0"/>
              </a:spcAft>
              <a:buSzPts val="1400"/>
              <a:buChar char="•"/>
              <a:defRPr/>
            </a:lvl3pPr>
            <a:lvl4pPr indent="-317500" lvl="3" marL="1828800">
              <a:spcBef>
                <a:spcPts val="1500"/>
              </a:spcBef>
              <a:spcAft>
                <a:spcPts val="0"/>
              </a:spcAft>
              <a:buSzPts val="1400"/>
              <a:buChar char="•"/>
              <a:defRPr/>
            </a:lvl4pPr>
            <a:lvl5pPr indent="-317500" lvl="4" marL="2286000">
              <a:spcBef>
                <a:spcPts val="1500"/>
              </a:spcBef>
              <a:spcAft>
                <a:spcPts val="0"/>
              </a:spcAft>
              <a:buSzPts val="1400"/>
              <a:buChar char="•"/>
              <a:defRPr/>
            </a:lvl5pPr>
            <a:lvl6pPr indent="-317500" lvl="5" marL="2743200">
              <a:spcBef>
                <a:spcPts val="1500"/>
              </a:spcBef>
              <a:spcAft>
                <a:spcPts val="0"/>
              </a:spcAft>
              <a:buSzPts val="1400"/>
              <a:buChar char="•"/>
              <a:defRPr/>
            </a:lvl6pPr>
            <a:lvl7pPr indent="-317500" lvl="6" marL="3200400">
              <a:spcBef>
                <a:spcPts val="1500"/>
              </a:spcBef>
              <a:spcAft>
                <a:spcPts val="0"/>
              </a:spcAft>
              <a:buSzPts val="1400"/>
              <a:buChar char="•"/>
              <a:defRPr/>
            </a:lvl7pPr>
            <a:lvl8pPr indent="-317500" lvl="7" marL="3657600">
              <a:spcBef>
                <a:spcPts val="1500"/>
              </a:spcBef>
              <a:spcAft>
                <a:spcPts val="0"/>
              </a:spcAft>
              <a:buSzPts val="1400"/>
              <a:buChar char="•"/>
              <a:defRPr/>
            </a:lvl8pPr>
            <a:lvl9pPr indent="-317500" lvl="8" marL="4114800">
              <a:spcBef>
                <a:spcPts val="1500"/>
              </a:spcBef>
              <a:spcAft>
                <a:spcPts val="1500"/>
              </a:spcAft>
              <a:buSzPts val="1400"/>
              <a:buChar char="•"/>
              <a:defRPr/>
            </a:lvl9pPr>
          </a:lstStyle>
          <a:p/>
        </p:txBody>
      </p:sp>
      <p:sp>
        <p:nvSpPr>
          <p:cNvPr id="69" name="Google Shape;69;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0" name="Google Shape;70;p17"/>
          <p:cNvSpPr/>
          <p:nvPr>
            <p:ph idx="2" type="pic"/>
          </p:nvPr>
        </p:nvSpPr>
        <p:spPr>
          <a:xfrm>
            <a:off x="6173525" y="-13300"/>
            <a:ext cx="2970600" cy="515670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2">
  <p:cSld name="TITLE_AND_BODY_2_2">
    <p:spTree>
      <p:nvGrpSpPr>
        <p:cNvPr id="71" name="Shape 71"/>
        <p:cNvGrpSpPr/>
        <p:nvPr/>
      </p:nvGrpSpPr>
      <p:grpSpPr>
        <a:xfrm>
          <a:off x="0" y="0"/>
          <a:ext cx="0" cy="0"/>
          <a:chOff x="0" y="0"/>
          <a:chExt cx="0" cy="0"/>
        </a:xfrm>
      </p:grpSpPr>
      <p:sp>
        <p:nvSpPr>
          <p:cNvPr id="72" name="Google Shape;72;p18"/>
          <p:cNvSpPr txBox="1"/>
          <p:nvPr>
            <p:ph idx="1" type="body"/>
          </p:nvPr>
        </p:nvSpPr>
        <p:spPr>
          <a:xfrm>
            <a:off x="457200" y="1293450"/>
            <a:ext cx="5259000" cy="3288900"/>
          </a:xfrm>
          <a:prstGeom prst="rect">
            <a:avLst/>
          </a:prstGeom>
        </p:spPr>
        <p:txBody>
          <a:bodyPr anchorCtr="0" anchor="ctr" bIns="91425" lIns="0"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1500"/>
              </a:spcBef>
              <a:spcAft>
                <a:spcPts val="0"/>
              </a:spcAft>
              <a:buSzPts val="1400"/>
              <a:buChar char="•"/>
              <a:defRPr/>
            </a:lvl2pPr>
            <a:lvl3pPr indent="-317500" lvl="2" marL="1371600">
              <a:spcBef>
                <a:spcPts val="1500"/>
              </a:spcBef>
              <a:spcAft>
                <a:spcPts val="0"/>
              </a:spcAft>
              <a:buSzPts val="1400"/>
              <a:buChar char="•"/>
              <a:defRPr/>
            </a:lvl3pPr>
            <a:lvl4pPr indent="-317500" lvl="3" marL="1828800">
              <a:spcBef>
                <a:spcPts val="1500"/>
              </a:spcBef>
              <a:spcAft>
                <a:spcPts val="0"/>
              </a:spcAft>
              <a:buSzPts val="1400"/>
              <a:buChar char="•"/>
              <a:defRPr/>
            </a:lvl4pPr>
            <a:lvl5pPr indent="-317500" lvl="4" marL="2286000">
              <a:spcBef>
                <a:spcPts val="1500"/>
              </a:spcBef>
              <a:spcAft>
                <a:spcPts val="0"/>
              </a:spcAft>
              <a:buSzPts val="1400"/>
              <a:buChar char="•"/>
              <a:defRPr/>
            </a:lvl5pPr>
            <a:lvl6pPr indent="-317500" lvl="5" marL="2743200">
              <a:spcBef>
                <a:spcPts val="1500"/>
              </a:spcBef>
              <a:spcAft>
                <a:spcPts val="0"/>
              </a:spcAft>
              <a:buSzPts val="1400"/>
              <a:buChar char="•"/>
              <a:defRPr/>
            </a:lvl6pPr>
            <a:lvl7pPr indent="-317500" lvl="6" marL="3200400">
              <a:spcBef>
                <a:spcPts val="1500"/>
              </a:spcBef>
              <a:spcAft>
                <a:spcPts val="0"/>
              </a:spcAft>
              <a:buSzPts val="1400"/>
              <a:buChar char="•"/>
              <a:defRPr/>
            </a:lvl7pPr>
            <a:lvl8pPr indent="-317500" lvl="7" marL="3657600">
              <a:spcBef>
                <a:spcPts val="1500"/>
              </a:spcBef>
              <a:spcAft>
                <a:spcPts val="0"/>
              </a:spcAft>
              <a:buSzPts val="1400"/>
              <a:buChar char="•"/>
              <a:defRPr/>
            </a:lvl8pPr>
            <a:lvl9pPr indent="-317500" lvl="8" marL="4114800">
              <a:spcBef>
                <a:spcPts val="1500"/>
              </a:spcBef>
              <a:spcAft>
                <a:spcPts val="1500"/>
              </a:spcAft>
              <a:buSzPts val="1400"/>
              <a:buChar char="•"/>
              <a:defRPr/>
            </a:lvl9pPr>
          </a:lstStyle>
          <a:p/>
        </p:txBody>
      </p:sp>
      <p:sp>
        <p:nvSpPr>
          <p:cNvPr id="73" name="Google Shape;7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4" name="Google Shape;74;p18"/>
          <p:cNvSpPr/>
          <p:nvPr>
            <p:ph idx="2" type="pic"/>
          </p:nvPr>
        </p:nvSpPr>
        <p:spPr>
          <a:xfrm>
            <a:off x="6173525" y="-13300"/>
            <a:ext cx="2970600" cy="5156700"/>
          </a:xfrm>
          <a:prstGeom prst="rect">
            <a:avLst/>
          </a:prstGeom>
          <a:noFill/>
          <a:ln>
            <a:noFill/>
          </a:ln>
        </p:spPr>
      </p:sp>
      <p:sp>
        <p:nvSpPr>
          <p:cNvPr id="75" name="Google Shape;75;p18"/>
          <p:cNvSpPr txBox="1"/>
          <p:nvPr>
            <p:ph type="title"/>
          </p:nvPr>
        </p:nvSpPr>
        <p:spPr>
          <a:xfrm>
            <a:off x="457200" y="53775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2_1">
    <p:spTree>
      <p:nvGrpSpPr>
        <p:cNvPr id="76" name="Shape 76"/>
        <p:cNvGrpSpPr/>
        <p:nvPr/>
      </p:nvGrpSpPr>
      <p:grpSpPr>
        <a:xfrm>
          <a:off x="0" y="0"/>
          <a:ext cx="0" cy="0"/>
          <a:chOff x="0" y="0"/>
          <a:chExt cx="0" cy="0"/>
        </a:xfrm>
      </p:grpSpPr>
      <p:sp>
        <p:nvSpPr>
          <p:cNvPr id="77" name="Google Shape;77;p19"/>
          <p:cNvSpPr txBox="1"/>
          <p:nvPr>
            <p:ph idx="1" type="body"/>
          </p:nvPr>
        </p:nvSpPr>
        <p:spPr>
          <a:xfrm>
            <a:off x="457200" y="1827475"/>
            <a:ext cx="2280600" cy="2754900"/>
          </a:xfrm>
          <a:prstGeom prst="rect">
            <a:avLst/>
          </a:prstGeom>
        </p:spPr>
        <p:txBody>
          <a:bodyPr anchorCtr="0" anchor="t" bIns="91425" lIns="0" spcFirstLastPara="1" rIns="91425" wrap="square" tIns="91425">
            <a:normAutofit/>
          </a:bodyPr>
          <a:lstStyle>
            <a:lvl1pPr indent="-304800" lvl="0" marL="457200">
              <a:lnSpc>
                <a:spcPct val="115000"/>
              </a:lnSpc>
              <a:spcBef>
                <a:spcPts val="0"/>
              </a:spcBef>
              <a:spcAft>
                <a:spcPts val="0"/>
              </a:spcAft>
              <a:buSzPts val="1200"/>
              <a:buChar char="•"/>
              <a:defRPr sz="1200"/>
            </a:lvl1pPr>
            <a:lvl2pPr indent="-304800" lvl="1" marL="914400">
              <a:lnSpc>
                <a:spcPct val="115000"/>
              </a:lnSpc>
              <a:spcBef>
                <a:spcPts val="800"/>
              </a:spcBef>
              <a:spcAft>
                <a:spcPts val="0"/>
              </a:spcAft>
              <a:buSzPts val="1200"/>
              <a:buChar char="•"/>
              <a:defRPr sz="1200"/>
            </a:lvl2pPr>
            <a:lvl3pPr indent="-304800" lvl="2" marL="1371600">
              <a:lnSpc>
                <a:spcPct val="115000"/>
              </a:lnSpc>
              <a:spcBef>
                <a:spcPts val="800"/>
              </a:spcBef>
              <a:spcAft>
                <a:spcPts val="0"/>
              </a:spcAft>
              <a:buSzPts val="1200"/>
              <a:buChar char="•"/>
              <a:defRPr sz="1200"/>
            </a:lvl3pPr>
            <a:lvl4pPr indent="-304800" lvl="3" marL="1828800">
              <a:lnSpc>
                <a:spcPct val="115000"/>
              </a:lnSpc>
              <a:spcBef>
                <a:spcPts val="800"/>
              </a:spcBef>
              <a:spcAft>
                <a:spcPts val="0"/>
              </a:spcAft>
              <a:buSzPts val="1200"/>
              <a:buChar char="•"/>
              <a:defRPr sz="1200"/>
            </a:lvl4pPr>
            <a:lvl5pPr indent="-304800" lvl="4" marL="2286000">
              <a:lnSpc>
                <a:spcPct val="115000"/>
              </a:lnSpc>
              <a:spcBef>
                <a:spcPts val="800"/>
              </a:spcBef>
              <a:spcAft>
                <a:spcPts val="0"/>
              </a:spcAft>
              <a:buSzPts val="1200"/>
              <a:buChar char="•"/>
              <a:defRPr sz="1200"/>
            </a:lvl5pPr>
            <a:lvl6pPr indent="-304800" lvl="5" marL="2743200">
              <a:lnSpc>
                <a:spcPct val="115000"/>
              </a:lnSpc>
              <a:spcBef>
                <a:spcPts val="800"/>
              </a:spcBef>
              <a:spcAft>
                <a:spcPts val="0"/>
              </a:spcAft>
              <a:buSzPts val="1200"/>
              <a:buChar char="•"/>
              <a:defRPr sz="1200"/>
            </a:lvl6pPr>
            <a:lvl7pPr indent="-304800" lvl="6" marL="3200400">
              <a:lnSpc>
                <a:spcPct val="115000"/>
              </a:lnSpc>
              <a:spcBef>
                <a:spcPts val="800"/>
              </a:spcBef>
              <a:spcAft>
                <a:spcPts val="0"/>
              </a:spcAft>
              <a:buSzPts val="1200"/>
              <a:buChar char="•"/>
              <a:defRPr sz="1200"/>
            </a:lvl7pPr>
            <a:lvl8pPr indent="-304800" lvl="7" marL="3657600">
              <a:lnSpc>
                <a:spcPct val="115000"/>
              </a:lnSpc>
              <a:spcBef>
                <a:spcPts val="800"/>
              </a:spcBef>
              <a:spcAft>
                <a:spcPts val="0"/>
              </a:spcAft>
              <a:buSzPts val="1200"/>
              <a:buChar char="•"/>
              <a:defRPr sz="1200"/>
            </a:lvl8pPr>
            <a:lvl9pPr indent="-304800" lvl="8" marL="4114800">
              <a:lnSpc>
                <a:spcPct val="115000"/>
              </a:lnSpc>
              <a:spcBef>
                <a:spcPts val="800"/>
              </a:spcBef>
              <a:spcAft>
                <a:spcPts val="800"/>
              </a:spcAft>
              <a:buSzPts val="1200"/>
              <a:buChar char="•"/>
              <a:defRPr sz="1200"/>
            </a:lvl9pPr>
          </a:lstStyle>
          <a:p/>
        </p:txBody>
      </p:sp>
      <p:sp>
        <p:nvSpPr>
          <p:cNvPr id="78" name="Google Shape;7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79" name="Google Shape;79;p19"/>
          <p:cNvSpPr txBox="1"/>
          <p:nvPr>
            <p:ph type="title"/>
          </p:nvPr>
        </p:nvSpPr>
        <p:spPr>
          <a:xfrm>
            <a:off x="457200" y="53775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 name="Google Shape;80;p19"/>
          <p:cNvSpPr txBox="1"/>
          <p:nvPr>
            <p:ph idx="2" type="body"/>
          </p:nvPr>
        </p:nvSpPr>
        <p:spPr>
          <a:xfrm>
            <a:off x="3195100" y="1827475"/>
            <a:ext cx="2280600" cy="2754900"/>
          </a:xfrm>
          <a:prstGeom prst="rect">
            <a:avLst/>
          </a:prstGeom>
        </p:spPr>
        <p:txBody>
          <a:bodyPr anchorCtr="0" anchor="t" bIns="91425" lIns="0" spcFirstLastPara="1" rIns="91425" wrap="square" tIns="91425">
            <a:normAutofit/>
          </a:bodyPr>
          <a:lstStyle>
            <a:lvl1pPr indent="-304800" lvl="0" marL="457200">
              <a:lnSpc>
                <a:spcPct val="115000"/>
              </a:lnSpc>
              <a:spcBef>
                <a:spcPts val="0"/>
              </a:spcBef>
              <a:spcAft>
                <a:spcPts val="0"/>
              </a:spcAft>
              <a:buSzPts val="1200"/>
              <a:buChar char="•"/>
              <a:defRPr sz="1200"/>
            </a:lvl1pPr>
            <a:lvl2pPr indent="-304800" lvl="1" marL="914400">
              <a:lnSpc>
                <a:spcPct val="115000"/>
              </a:lnSpc>
              <a:spcBef>
                <a:spcPts val="800"/>
              </a:spcBef>
              <a:spcAft>
                <a:spcPts val="0"/>
              </a:spcAft>
              <a:buSzPts val="1200"/>
              <a:buChar char="•"/>
              <a:defRPr sz="1200"/>
            </a:lvl2pPr>
            <a:lvl3pPr indent="-304800" lvl="2" marL="1371600">
              <a:lnSpc>
                <a:spcPct val="115000"/>
              </a:lnSpc>
              <a:spcBef>
                <a:spcPts val="800"/>
              </a:spcBef>
              <a:spcAft>
                <a:spcPts val="0"/>
              </a:spcAft>
              <a:buSzPts val="1200"/>
              <a:buChar char="•"/>
              <a:defRPr sz="1200"/>
            </a:lvl3pPr>
            <a:lvl4pPr indent="-304800" lvl="3" marL="1828800">
              <a:lnSpc>
                <a:spcPct val="115000"/>
              </a:lnSpc>
              <a:spcBef>
                <a:spcPts val="800"/>
              </a:spcBef>
              <a:spcAft>
                <a:spcPts val="0"/>
              </a:spcAft>
              <a:buSzPts val="1200"/>
              <a:buChar char="•"/>
              <a:defRPr sz="1200"/>
            </a:lvl4pPr>
            <a:lvl5pPr indent="-304800" lvl="4" marL="2286000">
              <a:lnSpc>
                <a:spcPct val="115000"/>
              </a:lnSpc>
              <a:spcBef>
                <a:spcPts val="800"/>
              </a:spcBef>
              <a:spcAft>
                <a:spcPts val="0"/>
              </a:spcAft>
              <a:buSzPts val="1200"/>
              <a:buChar char="•"/>
              <a:defRPr sz="1200"/>
            </a:lvl5pPr>
            <a:lvl6pPr indent="-304800" lvl="5" marL="2743200">
              <a:lnSpc>
                <a:spcPct val="115000"/>
              </a:lnSpc>
              <a:spcBef>
                <a:spcPts val="800"/>
              </a:spcBef>
              <a:spcAft>
                <a:spcPts val="0"/>
              </a:spcAft>
              <a:buSzPts val="1200"/>
              <a:buChar char="•"/>
              <a:defRPr sz="1200"/>
            </a:lvl6pPr>
            <a:lvl7pPr indent="-304800" lvl="6" marL="3200400">
              <a:lnSpc>
                <a:spcPct val="115000"/>
              </a:lnSpc>
              <a:spcBef>
                <a:spcPts val="800"/>
              </a:spcBef>
              <a:spcAft>
                <a:spcPts val="0"/>
              </a:spcAft>
              <a:buSzPts val="1200"/>
              <a:buChar char="•"/>
              <a:defRPr sz="1200"/>
            </a:lvl7pPr>
            <a:lvl8pPr indent="-304800" lvl="7" marL="3657600">
              <a:lnSpc>
                <a:spcPct val="115000"/>
              </a:lnSpc>
              <a:spcBef>
                <a:spcPts val="800"/>
              </a:spcBef>
              <a:spcAft>
                <a:spcPts val="0"/>
              </a:spcAft>
              <a:buSzPts val="1200"/>
              <a:buChar char="•"/>
              <a:defRPr sz="1200"/>
            </a:lvl8pPr>
            <a:lvl9pPr indent="-304800" lvl="8" marL="4114800">
              <a:lnSpc>
                <a:spcPct val="115000"/>
              </a:lnSpc>
              <a:spcBef>
                <a:spcPts val="800"/>
              </a:spcBef>
              <a:spcAft>
                <a:spcPts val="800"/>
              </a:spcAft>
              <a:buSzPts val="1200"/>
              <a:buChar char="•"/>
              <a:defRPr sz="1200"/>
            </a:lvl9pPr>
          </a:lstStyle>
          <a:p/>
        </p:txBody>
      </p:sp>
      <p:sp>
        <p:nvSpPr>
          <p:cNvPr id="81" name="Google Shape;81;p19"/>
          <p:cNvSpPr txBox="1"/>
          <p:nvPr>
            <p:ph idx="3" type="body"/>
          </p:nvPr>
        </p:nvSpPr>
        <p:spPr>
          <a:xfrm>
            <a:off x="5933000" y="1827475"/>
            <a:ext cx="2280600" cy="2754900"/>
          </a:xfrm>
          <a:prstGeom prst="rect">
            <a:avLst/>
          </a:prstGeom>
        </p:spPr>
        <p:txBody>
          <a:bodyPr anchorCtr="0" anchor="t" bIns="91425" lIns="0" spcFirstLastPara="1" rIns="91425" wrap="square" tIns="91425">
            <a:normAutofit/>
          </a:bodyPr>
          <a:lstStyle>
            <a:lvl1pPr indent="-304800" lvl="0" marL="457200">
              <a:lnSpc>
                <a:spcPct val="115000"/>
              </a:lnSpc>
              <a:spcBef>
                <a:spcPts val="0"/>
              </a:spcBef>
              <a:spcAft>
                <a:spcPts val="0"/>
              </a:spcAft>
              <a:buSzPts val="1200"/>
              <a:buChar char="•"/>
              <a:defRPr sz="1200"/>
            </a:lvl1pPr>
            <a:lvl2pPr indent="-304800" lvl="1" marL="914400">
              <a:lnSpc>
                <a:spcPct val="115000"/>
              </a:lnSpc>
              <a:spcBef>
                <a:spcPts val="800"/>
              </a:spcBef>
              <a:spcAft>
                <a:spcPts val="0"/>
              </a:spcAft>
              <a:buSzPts val="1200"/>
              <a:buChar char="•"/>
              <a:defRPr sz="1200"/>
            </a:lvl2pPr>
            <a:lvl3pPr indent="-304800" lvl="2" marL="1371600">
              <a:lnSpc>
                <a:spcPct val="115000"/>
              </a:lnSpc>
              <a:spcBef>
                <a:spcPts val="800"/>
              </a:spcBef>
              <a:spcAft>
                <a:spcPts val="0"/>
              </a:spcAft>
              <a:buSzPts val="1200"/>
              <a:buChar char="•"/>
              <a:defRPr sz="1200"/>
            </a:lvl3pPr>
            <a:lvl4pPr indent="-304800" lvl="3" marL="1828800">
              <a:lnSpc>
                <a:spcPct val="115000"/>
              </a:lnSpc>
              <a:spcBef>
                <a:spcPts val="800"/>
              </a:spcBef>
              <a:spcAft>
                <a:spcPts val="0"/>
              </a:spcAft>
              <a:buSzPts val="1200"/>
              <a:buChar char="•"/>
              <a:defRPr sz="1200"/>
            </a:lvl4pPr>
            <a:lvl5pPr indent="-304800" lvl="4" marL="2286000">
              <a:lnSpc>
                <a:spcPct val="115000"/>
              </a:lnSpc>
              <a:spcBef>
                <a:spcPts val="800"/>
              </a:spcBef>
              <a:spcAft>
                <a:spcPts val="0"/>
              </a:spcAft>
              <a:buSzPts val="1200"/>
              <a:buChar char="•"/>
              <a:defRPr sz="1200"/>
            </a:lvl5pPr>
            <a:lvl6pPr indent="-304800" lvl="5" marL="2743200">
              <a:lnSpc>
                <a:spcPct val="115000"/>
              </a:lnSpc>
              <a:spcBef>
                <a:spcPts val="800"/>
              </a:spcBef>
              <a:spcAft>
                <a:spcPts val="0"/>
              </a:spcAft>
              <a:buSzPts val="1200"/>
              <a:buChar char="•"/>
              <a:defRPr sz="1200"/>
            </a:lvl6pPr>
            <a:lvl7pPr indent="-304800" lvl="6" marL="3200400">
              <a:lnSpc>
                <a:spcPct val="115000"/>
              </a:lnSpc>
              <a:spcBef>
                <a:spcPts val="800"/>
              </a:spcBef>
              <a:spcAft>
                <a:spcPts val="0"/>
              </a:spcAft>
              <a:buSzPts val="1200"/>
              <a:buChar char="•"/>
              <a:defRPr sz="1200"/>
            </a:lvl7pPr>
            <a:lvl8pPr indent="-304800" lvl="7" marL="3657600">
              <a:lnSpc>
                <a:spcPct val="115000"/>
              </a:lnSpc>
              <a:spcBef>
                <a:spcPts val="800"/>
              </a:spcBef>
              <a:spcAft>
                <a:spcPts val="0"/>
              </a:spcAft>
              <a:buSzPts val="1200"/>
              <a:buChar char="•"/>
              <a:defRPr sz="1200"/>
            </a:lvl8pPr>
            <a:lvl9pPr indent="-304800" lvl="8" marL="4114800">
              <a:lnSpc>
                <a:spcPct val="115000"/>
              </a:lnSpc>
              <a:spcBef>
                <a:spcPts val="800"/>
              </a:spcBef>
              <a:spcAft>
                <a:spcPts val="800"/>
              </a:spcAft>
              <a:buSzPts val="1200"/>
              <a:buChar char="•"/>
              <a:defRPr sz="1200"/>
            </a:lvl9pPr>
          </a:lstStyle>
          <a:p/>
        </p:txBody>
      </p:sp>
      <p:sp>
        <p:nvSpPr>
          <p:cNvPr id="82" name="Google Shape;82;p19"/>
          <p:cNvSpPr txBox="1"/>
          <p:nvPr>
            <p:ph idx="4" type="subTitle"/>
          </p:nvPr>
        </p:nvSpPr>
        <p:spPr>
          <a:xfrm>
            <a:off x="458525" y="1375575"/>
            <a:ext cx="2280600" cy="4254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Inter"/>
              <a:buNone/>
              <a:defRPr b="1">
                <a:latin typeface="Inter"/>
                <a:ea typeface="Inter"/>
                <a:cs typeface="Inter"/>
                <a:sym typeface="Inter"/>
              </a:defRPr>
            </a:lvl1pPr>
            <a:lvl2pPr lvl="1">
              <a:spcBef>
                <a:spcPts val="800"/>
              </a:spcBef>
              <a:spcAft>
                <a:spcPts val="0"/>
              </a:spcAft>
              <a:buSzPts val="1400"/>
              <a:buFont typeface="Inter"/>
              <a:buNone/>
              <a:defRPr b="1">
                <a:latin typeface="Inter"/>
                <a:ea typeface="Inter"/>
                <a:cs typeface="Inter"/>
                <a:sym typeface="Inter"/>
              </a:defRPr>
            </a:lvl2pPr>
            <a:lvl3pPr lvl="2">
              <a:spcBef>
                <a:spcPts val="800"/>
              </a:spcBef>
              <a:spcAft>
                <a:spcPts val="0"/>
              </a:spcAft>
              <a:buSzPts val="1400"/>
              <a:buFont typeface="Inter"/>
              <a:buNone/>
              <a:defRPr b="1">
                <a:latin typeface="Inter"/>
                <a:ea typeface="Inter"/>
                <a:cs typeface="Inter"/>
                <a:sym typeface="Inter"/>
              </a:defRPr>
            </a:lvl3pPr>
            <a:lvl4pPr lvl="3">
              <a:spcBef>
                <a:spcPts val="800"/>
              </a:spcBef>
              <a:spcAft>
                <a:spcPts val="0"/>
              </a:spcAft>
              <a:buSzPts val="1400"/>
              <a:buFont typeface="Inter"/>
              <a:buNone/>
              <a:defRPr b="1">
                <a:latin typeface="Inter"/>
                <a:ea typeface="Inter"/>
                <a:cs typeface="Inter"/>
                <a:sym typeface="Inter"/>
              </a:defRPr>
            </a:lvl4pPr>
            <a:lvl5pPr lvl="4">
              <a:spcBef>
                <a:spcPts val="800"/>
              </a:spcBef>
              <a:spcAft>
                <a:spcPts val="0"/>
              </a:spcAft>
              <a:buSzPts val="1400"/>
              <a:buFont typeface="Inter"/>
              <a:buNone/>
              <a:defRPr b="1">
                <a:latin typeface="Inter"/>
                <a:ea typeface="Inter"/>
                <a:cs typeface="Inter"/>
                <a:sym typeface="Inter"/>
              </a:defRPr>
            </a:lvl5pPr>
            <a:lvl6pPr lvl="5">
              <a:spcBef>
                <a:spcPts val="800"/>
              </a:spcBef>
              <a:spcAft>
                <a:spcPts val="0"/>
              </a:spcAft>
              <a:buSzPts val="1400"/>
              <a:buFont typeface="Inter"/>
              <a:buNone/>
              <a:defRPr b="1">
                <a:latin typeface="Inter"/>
                <a:ea typeface="Inter"/>
                <a:cs typeface="Inter"/>
                <a:sym typeface="Inter"/>
              </a:defRPr>
            </a:lvl6pPr>
            <a:lvl7pPr lvl="6">
              <a:spcBef>
                <a:spcPts val="800"/>
              </a:spcBef>
              <a:spcAft>
                <a:spcPts val="0"/>
              </a:spcAft>
              <a:buSzPts val="1400"/>
              <a:buFont typeface="Inter"/>
              <a:buNone/>
              <a:defRPr b="1">
                <a:latin typeface="Inter"/>
                <a:ea typeface="Inter"/>
                <a:cs typeface="Inter"/>
                <a:sym typeface="Inter"/>
              </a:defRPr>
            </a:lvl7pPr>
            <a:lvl8pPr lvl="7">
              <a:spcBef>
                <a:spcPts val="800"/>
              </a:spcBef>
              <a:spcAft>
                <a:spcPts val="0"/>
              </a:spcAft>
              <a:buSzPts val="1400"/>
              <a:buFont typeface="Inter"/>
              <a:buNone/>
              <a:defRPr b="1">
                <a:latin typeface="Inter"/>
                <a:ea typeface="Inter"/>
                <a:cs typeface="Inter"/>
                <a:sym typeface="Inter"/>
              </a:defRPr>
            </a:lvl8pPr>
            <a:lvl9pPr lvl="8">
              <a:spcBef>
                <a:spcPts val="800"/>
              </a:spcBef>
              <a:spcAft>
                <a:spcPts val="800"/>
              </a:spcAft>
              <a:buSzPts val="1400"/>
              <a:buFont typeface="Inter"/>
              <a:buNone/>
              <a:defRPr b="1">
                <a:latin typeface="Inter"/>
                <a:ea typeface="Inter"/>
                <a:cs typeface="Inter"/>
                <a:sym typeface="Inter"/>
              </a:defRPr>
            </a:lvl9pPr>
          </a:lstStyle>
          <a:p/>
        </p:txBody>
      </p:sp>
      <p:sp>
        <p:nvSpPr>
          <p:cNvPr id="83" name="Google Shape;83;p19"/>
          <p:cNvSpPr txBox="1"/>
          <p:nvPr>
            <p:ph idx="5" type="subTitle"/>
          </p:nvPr>
        </p:nvSpPr>
        <p:spPr>
          <a:xfrm>
            <a:off x="3195100" y="1375575"/>
            <a:ext cx="2280600" cy="4254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Inter"/>
              <a:buNone/>
              <a:defRPr b="1">
                <a:latin typeface="Inter"/>
                <a:ea typeface="Inter"/>
                <a:cs typeface="Inter"/>
                <a:sym typeface="Inter"/>
              </a:defRPr>
            </a:lvl1pPr>
            <a:lvl2pPr lvl="1">
              <a:spcBef>
                <a:spcPts val="800"/>
              </a:spcBef>
              <a:spcAft>
                <a:spcPts val="0"/>
              </a:spcAft>
              <a:buSzPts val="1400"/>
              <a:buFont typeface="Inter"/>
              <a:buNone/>
              <a:defRPr b="1">
                <a:latin typeface="Inter"/>
                <a:ea typeface="Inter"/>
                <a:cs typeface="Inter"/>
                <a:sym typeface="Inter"/>
              </a:defRPr>
            </a:lvl2pPr>
            <a:lvl3pPr lvl="2">
              <a:spcBef>
                <a:spcPts val="800"/>
              </a:spcBef>
              <a:spcAft>
                <a:spcPts val="0"/>
              </a:spcAft>
              <a:buSzPts val="1400"/>
              <a:buFont typeface="Inter"/>
              <a:buNone/>
              <a:defRPr b="1">
                <a:latin typeface="Inter"/>
                <a:ea typeface="Inter"/>
                <a:cs typeface="Inter"/>
                <a:sym typeface="Inter"/>
              </a:defRPr>
            </a:lvl3pPr>
            <a:lvl4pPr lvl="3">
              <a:spcBef>
                <a:spcPts val="800"/>
              </a:spcBef>
              <a:spcAft>
                <a:spcPts val="0"/>
              </a:spcAft>
              <a:buSzPts val="1400"/>
              <a:buFont typeface="Inter"/>
              <a:buNone/>
              <a:defRPr b="1">
                <a:latin typeface="Inter"/>
                <a:ea typeface="Inter"/>
                <a:cs typeface="Inter"/>
                <a:sym typeface="Inter"/>
              </a:defRPr>
            </a:lvl4pPr>
            <a:lvl5pPr lvl="4">
              <a:spcBef>
                <a:spcPts val="800"/>
              </a:spcBef>
              <a:spcAft>
                <a:spcPts val="0"/>
              </a:spcAft>
              <a:buSzPts val="1400"/>
              <a:buFont typeface="Inter"/>
              <a:buNone/>
              <a:defRPr b="1">
                <a:latin typeface="Inter"/>
                <a:ea typeface="Inter"/>
                <a:cs typeface="Inter"/>
                <a:sym typeface="Inter"/>
              </a:defRPr>
            </a:lvl5pPr>
            <a:lvl6pPr lvl="5">
              <a:spcBef>
                <a:spcPts val="800"/>
              </a:spcBef>
              <a:spcAft>
                <a:spcPts val="0"/>
              </a:spcAft>
              <a:buSzPts val="1400"/>
              <a:buFont typeface="Inter"/>
              <a:buNone/>
              <a:defRPr b="1">
                <a:latin typeface="Inter"/>
                <a:ea typeface="Inter"/>
                <a:cs typeface="Inter"/>
                <a:sym typeface="Inter"/>
              </a:defRPr>
            </a:lvl6pPr>
            <a:lvl7pPr lvl="6">
              <a:spcBef>
                <a:spcPts val="800"/>
              </a:spcBef>
              <a:spcAft>
                <a:spcPts val="0"/>
              </a:spcAft>
              <a:buSzPts val="1400"/>
              <a:buFont typeface="Inter"/>
              <a:buNone/>
              <a:defRPr b="1">
                <a:latin typeface="Inter"/>
                <a:ea typeface="Inter"/>
                <a:cs typeface="Inter"/>
                <a:sym typeface="Inter"/>
              </a:defRPr>
            </a:lvl7pPr>
            <a:lvl8pPr lvl="7">
              <a:spcBef>
                <a:spcPts val="800"/>
              </a:spcBef>
              <a:spcAft>
                <a:spcPts val="0"/>
              </a:spcAft>
              <a:buSzPts val="1400"/>
              <a:buFont typeface="Inter"/>
              <a:buNone/>
              <a:defRPr b="1">
                <a:latin typeface="Inter"/>
                <a:ea typeface="Inter"/>
                <a:cs typeface="Inter"/>
                <a:sym typeface="Inter"/>
              </a:defRPr>
            </a:lvl8pPr>
            <a:lvl9pPr lvl="8">
              <a:spcBef>
                <a:spcPts val="800"/>
              </a:spcBef>
              <a:spcAft>
                <a:spcPts val="800"/>
              </a:spcAft>
              <a:buSzPts val="1400"/>
              <a:buFont typeface="Inter"/>
              <a:buNone/>
              <a:defRPr b="1">
                <a:latin typeface="Inter"/>
                <a:ea typeface="Inter"/>
                <a:cs typeface="Inter"/>
                <a:sym typeface="Inter"/>
              </a:defRPr>
            </a:lvl9pPr>
          </a:lstStyle>
          <a:p/>
        </p:txBody>
      </p:sp>
      <p:sp>
        <p:nvSpPr>
          <p:cNvPr id="84" name="Google Shape;84;p19"/>
          <p:cNvSpPr txBox="1"/>
          <p:nvPr>
            <p:ph idx="6" type="subTitle"/>
          </p:nvPr>
        </p:nvSpPr>
        <p:spPr>
          <a:xfrm>
            <a:off x="5931675" y="1375575"/>
            <a:ext cx="2280600" cy="425400"/>
          </a:xfrm>
          <a:prstGeom prst="rect">
            <a:avLst/>
          </a:prstGeom>
        </p:spPr>
        <p:txBody>
          <a:bodyPr anchorCtr="0" anchor="t" bIns="91425" lIns="0" spcFirstLastPara="1" rIns="91425" wrap="square" tIns="91425">
            <a:normAutofit/>
          </a:bodyPr>
          <a:lstStyle>
            <a:lvl1pPr lvl="0">
              <a:spcBef>
                <a:spcPts val="0"/>
              </a:spcBef>
              <a:spcAft>
                <a:spcPts val="0"/>
              </a:spcAft>
              <a:buSzPts val="1400"/>
              <a:buFont typeface="Inter"/>
              <a:buNone/>
              <a:defRPr b="1">
                <a:latin typeface="Inter"/>
                <a:ea typeface="Inter"/>
                <a:cs typeface="Inter"/>
                <a:sym typeface="Inter"/>
              </a:defRPr>
            </a:lvl1pPr>
            <a:lvl2pPr lvl="1">
              <a:spcBef>
                <a:spcPts val="800"/>
              </a:spcBef>
              <a:spcAft>
                <a:spcPts val="0"/>
              </a:spcAft>
              <a:buSzPts val="1400"/>
              <a:buFont typeface="Inter"/>
              <a:buNone/>
              <a:defRPr b="1">
                <a:latin typeface="Inter"/>
                <a:ea typeface="Inter"/>
                <a:cs typeface="Inter"/>
                <a:sym typeface="Inter"/>
              </a:defRPr>
            </a:lvl2pPr>
            <a:lvl3pPr lvl="2">
              <a:spcBef>
                <a:spcPts val="800"/>
              </a:spcBef>
              <a:spcAft>
                <a:spcPts val="0"/>
              </a:spcAft>
              <a:buSzPts val="1400"/>
              <a:buFont typeface="Inter"/>
              <a:buNone/>
              <a:defRPr b="1">
                <a:latin typeface="Inter"/>
                <a:ea typeface="Inter"/>
                <a:cs typeface="Inter"/>
                <a:sym typeface="Inter"/>
              </a:defRPr>
            </a:lvl3pPr>
            <a:lvl4pPr lvl="3">
              <a:spcBef>
                <a:spcPts val="800"/>
              </a:spcBef>
              <a:spcAft>
                <a:spcPts val="0"/>
              </a:spcAft>
              <a:buSzPts val="1400"/>
              <a:buFont typeface="Inter"/>
              <a:buNone/>
              <a:defRPr b="1">
                <a:latin typeface="Inter"/>
                <a:ea typeface="Inter"/>
                <a:cs typeface="Inter"/>
                <a:sym typeface="Inter"/>
              </a:defRPr>
            </a:lvl4pPr>
            <a:lvl5pPr lvl="4">
              <a:spcBef>
                <a:spcPts val="800"/>
              </a:spcBef>
              <a:spcAft>
                <a:spcPts val="0"/>
              </a:spcAft>
              <a:buSzPts val="1400"/>
              <a:buFont typeface="Inter"/>
              <a:buNone/>
              <a:defRPr b="1">
                <a:latin typeface="Inter"/>
                <a:ea typeface="Inter"/>
                <a:cs typeface="Inter"/>
                <a:sym typeface="Inter"/>
              </a:defRPr>
            </a:lvl5pPr>
            <a:lvl6pPr lvl="5">
              <a:spcBef>
                <a:spcPts val="800"/>
              </a:spcBef>
              <a:spcAft>
                <a:spcPts val="0"/>
              </a:spcAft>
              <a:buSzPts val="1400"/>
              <a:buFont typeface="Inter"/>
              <a:buNone/>
              <a:defRPr b="1">
                <a:latin typeface="Inter"/>
                <a:ea typeface="Inter"/>
                <a:cs typeface="Inter"/>
                <a:sym typeface="Inter"/>
              </a:defRPr>
            </a:lvl6pPr>
            <a:lvl7pPr lvl="6">
              <a:spcBef>
                <a:spcPts val="800"/>
              </a:spcBef>
              <a:spcAft>
                <a:spcPts val="0"/>
              </a:spcAft>
              <a:buSzPts val="1400"/>
              <a:buFont typeface="Inter"/>
              <a:buNone/>
              <a:defRPr b="1">
                <a:latin typeface="Inter"/>
                <a:ea typeface="Inter"/>
                <a:cs typeface="Inter"/>
                <a:sym typeface="Inter"/>
              </a:defRPr>
            </a:lvl7pPr>
            <a:lvl8pPr lvl="7">
              <a:spcBef>
                <a:spcPts val="800"/>
              </a:spcBef>
              <a:spcAft>
                <a:spcPts val="0"/>
              </a:spcAft>
              <a:buSzPts val="1400"/>
              <a:buFont typeface="Inter"/>
              <a:buNone/>
              <a:defRPr b="1">
                <a:latin typeface="Inter"/>
                <a:ea typeface="Inter"/>
                <a:cs typeface="Inter"/>
                <a:sym typeface="Inter"/>
              </a:defRPr>
            </a:lvl8pPr>
            <a:lvl9pPr lvl="8">
              <a:spcBef>
                <a:spcPts val="800"/>
              </a:spcBef>
              <a:spcAft>
                <a:spcPts val="800"/>
              </a:spcAft>
              <a:buSzPts val="1400"/>
              <a:buFont typeface="Inter"/>
              <a:buNone/>
              <a:defRPr b="1">
                <a:latin typeface="Inter"/>
                <a:ea typeface="Inter"/>
                <a:cs typeface="Inter"/>
                <a:sym typeface="Inte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TITLE_AND_BODY_1">
    <p:bg>
      <p:bgPr>
        <a:solidFill>
          <a:schemeClr val="dk1"/>
        </a:solidFill>
      </p:bgPr>
    </p:bg>
    <p:spTree>
      <p:nvGrpSpPr>
        <p:cNvPr id="85" name="Shape 85"/>
        <p:cNvGrpSpPr/>
        <p:nvPr/>
      </p:nvGrpSpPr>
      <p:grpSpPr>
        <a:xfrm>
          <a:off x="0" y="0"/>
          <a:ext cx="0" cy="0"/>
          <a:chOff x="0" y="0"/>
          <a:chExt cx="0" cy="0"/>
        </a:xfrm>
      </p:grpSpPr>
      <p:sp>
        <p:nvSpPr>
          <p:cNvPr id="86" name="Google Shape;86;p20"/>
          <p:cNvSpPr txBox="1"/>
          <p:nvPr>
            <p:ph idx="1" type="body"/>
          </p:nvPr>
        </p:nvSpPr>
        <p:spPr>
          <a:xfrm>
            <a:off x="910425" y="342900"/>
            <a:ext cx="7921800" cy="4226100"/>
          </a:xfrm>
          <a:prstGeom prst="rect">
            <a:avLst/>
          </a:prstGeom>
        </p:spPr>
        <p:txBody>
          <a:bodyPr anchorCtr="0" anchor="ctr" bIns="91425" lIns="91425" spcFirstLastPara="1" rIns="91425" wrap="square" tIns="91425">
            <a:normAutofit/>
          </a:bodyPr>
          <a:lstStyle>
            <a:lvl1pPr indent="-381000" lvl="0" marL="457200">
              <a:lnSpc>
                <a:spcPct val="200000"/>
              </a:lnSpc>
              <a:spcBef>
                <a:spcPts val="0"/>
              </a:spcBef>
              <a:spcAft>
                <a:spcPts val="0"/>
              </a:spcAft>
              <a:buClr>
                <a:schemeClr val="lt1"/>
              </a:buClr>
              <a:buSzPts val="2400"/>
              <a:buChar char="•"/>
              <a:defRPr b="1" sz="2400">
                <a:solidFill>
                  <a:schemeClr val="lt1"/>
                </a:solidFill>
              </a:defRPr>
            </a:lvl1pPr>
            <a:lvl2pPr indent="-381000" lvl="1" marL="914400">
              <a:lnSpc>
                <a:spcPct val="200000"/>
              </a:lnSpc>
              <a:spcBef>
                <a:spcPts val="800"/>
              </a:spcBef>
              <a:spcAft>
                <a:spcPts val="0"/>
              </a:spcAft>
              <a:buClr>
                <a:schemeClr val="lt1"/>
              </a:buClr>
              <a:buSzPts val="2400"/>
              <a:buChar char="•"/>
              <a:defRPr b="1" sz="2400">
                <a:solidFill>
                  <a:schemeClr val="lt1"/>
                </a:solidFill>
              </a:defRPr>
            </a:lvl2pPr>
            <a:lvl3pPr indent="-381000" lvl="2" marL="1371600">
              <a:lnSpc>
                <a:spcPct val="200000"/>
              </a:lnSpc>
              <a:spcBef>
                <a:spcPts val="800"/>
              </a:spcBef>
              <a:spcAft>
                <a:spcPts val="0"/>
              </a:spcAft>
              <a:buClr>
                <a:schemeClr val="lt1"/>
              </a:buClr>
              <a:buSzPts val="2400"/>
              <a:buChar char="•"/>
              <a:defRPr b="1" sz="2400">
                <a:solidFill>
                  <a:schemeClr val="lt1"/>
                </a:solidFill>
              </a:defRPr>
            </a:lvl3pPr>
            <a:lvl4pPr indent="-381000" lvl="3" marL="1828800">
              <a:lnSpc>
                <a:spcPct val="200000"/>
              </a:lnSpc>
              <a:spcBef>
                <a:spcPts val="800"/>
              </a:spcBef>
              <a:spcAft>
                <a:spcPts val="0"/>
              </a:spcAft>
              <a:buClr>
                <a:schemeClr val="lt1"/>
              </a:buClr>
              <a:buSzPts val="2400"/>
              <a:buChar char="•"/>
              <a:defRPr b="1" sz="2400">
                <a:solidFill>
                  <a:schemeClr val="lt1"/>
                </a:solidFill>
              </a:defRPr>
            </a:lvl4pPr>
            <a:lvl5pPr indent="-381000" lvl="4" marL="2286000">
              <a:lnSpc>
                <a:spcPct val="200000"/>
              </a:lnSpc>
              <a:spcBef>
                <a:spcPts val="800"/>
              </a:spcBef>
              <a:spcAft>
                <a:spcPts val="0"/>
              </a:spcAft>
              <a:buClr>
                <a:schemeClr val="lt1"/>
              </a:buClr>
              <a:buSzPts val="2400"/>
              <a:buChar char="•"/>
              <a:defRPr b="1" sz="2400">
                <a:solidFill>
                  <a:schemeClr val="lt1"/>
                </a:solidFill>
              </a:defRPr>
            </a:lvl5pPr>
            <a:lvl6pPr indent="-381000" lvl="5" marL="2743200">
              <a:lnSpc>
                <a:spcPct val="200000"/>
              </a:lnSpc>
              <a:spcBef>
                <a:spcPts val="800"/>
              </a:spcBef>
              <a:spcAft>
                <a:spcPts val="0"/>
              </a:spcAft>
              <a:buClr>
                <a:schemeClr val="lt1"/>
              </a:buClr>
              <a:buSzPts val="2400"/>
              <a:buChar char="•"/>
              <a:defRPr b="1" sz="2400">
                <a:solidFill>
                  <a:schemeClr val="lt1"/>
                </a:solidFill>
              </a:defRPr>
            </a:lvl6pPr>
            <a:lvl7pPr indent="-381000" lvl="6" marL="3200400">
              <a:lnSpc>
                <a:spcPct val="200000"/>
              </a:lnSpc>
              <a:spcBef>
                <a:spcPts val="800"/>
              </a:spcBef>
              <a:spcAft>
                <a:spcPts val="0"/>
              </a:spcAft>
              <a:buClr>
                <a:schemeClr val="lt1"/>
              </a:buClr>
              <a:buSzPts val="2400"/>
              <a:buChar char="•"/>
              <a:defRPr b="1" sz="2400">
                <a:solidFill>
                  <a:schemeClr val="lt1"/>
                </a:solidFill>
              </a:defRPr>
            </a:lvl7pPr>
            <a:lvl8pPr indent="-381000" lvl="7" marL="3657600">
              <a:lnSpc>
                <a:spcPct val="200000"/>
              </a:lnSpc>
              <a:spcBef>
                <a:spcPts val="800"/>
              </a:spcBef>
              <a:spcAft>
                <a:spcPts val="0"/>
              </a:spcAft>
              <a:buClr>
                <a:schemeClr val="lt1"/>
              </a:buClr>
              <a:buSzPts val="2400"/>
              <a:buChar char="•"/>
              <a:defRPr b="1" sz="2400">
                <a:solidFill>
                  <a:schemeClr val="lt1"/>
                </a:solidFill>
              </a:defRPr>
            </a:lvl8pPr>
            <a:lvl9pPr indent="-381000" lvl="8" marL="4114800">
              <a:lnSpc>
                <a:spcPct val="200000"/>
              </a:lnSpc>
              <a:spcBef>
                <a:spcPts val="800"/>
              </a:spcBef>
              <a:spcAft>
                <a:spcPts val="800"/>
              </a:spcAft>
              <a:buClr>
                <a:schemeClr val="lt1"/>
              </a:buClr>
              <a:buSzPts val="2400"/>
              <a:buChar char="•"/>
              <a:defRPr b="1" sz="2400">
                <a:solidFill>
                  <a:schemeClr val="lt1"/>
                </a:solidFill>
              </a:defRPr>
            </a:lvl9pPr>
          </a:lstStyle>
          <a:p/>
        </p:txBody>
      </p:sp>
      <p:sp>
        <p:nvSpPr>
          <p:cNvPr id="87" name="Google Shape;8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8" name="Shape 88"/>
        <p:cNvGrpSpPr/>
        <p:nvPr/>
      </p:nvGrpSpPr>
      <p:grpSpPr>
        <a:xfrm>
          <a:off x="0" y="0"/>
          <a:ext cx="0" cy="0"/>
          <a:chOff x="0" y="0"/>
          <a:chExt cx="0" cy="0"/>
        </a:xfrm>
      </p:grpSpPr>
      <p:sp>
        <p:nvSpPr>
          <p:cNvPr id="89" name="Google Shape;89;p21"/>
          <p:cNvSpPr txBox="1"/>
          <p:nvPr>
            <p:ph type="title"/>
          </p:nvPr>
        </p:nvSpPr>
        <p:spPr>
          <a:xfrm>
            <a:off x="457200" y="342900"/>
            <a:ext cx="7782900" cy="572700"/>
          </a:xfrm>
          <a:prstGeom prst="rect">
            <a:avLst/>
          </a:prstGeom>
        </p:spPr>
        <p:txBody>
          <a:bodyPr anchorCtr="0" anchor="b" bIns="91425" lIns="0" spcFirstLastPara="1" rIns="0"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2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91" name="Google Shape;91;p2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sz="1200"/>
            </a:lvl2pPr>
            <a:lvl3pPr indent="-304800" lvl="2" marL="1371600">
              <a:spcBef>
                <a:spcPts val="800"/>
              </a:spcBef>
              <a:spcAft>
                <a:spcPts val="0"/>
              </a:spcAft>
              <a:buSzPts val="1200"/>
              <a:buChar char="•"/>
              <a:defRPr sz="1200"/>
            </a:lvl3pPr>
            <a:lvl4pPr indent="-304800" lvl="3" marL="1828800">
              <a:spcBef>
                <a:spcPts val="800"/>
              </a:spcBef>
              <a:spcAft>
                <a:spcPts val="0"/>
              </a:spcAft>
              <a:buSzPts val="1200"/>
              <a:buChar char="•"/>
              <a:defRPr sz="1200"/>
            </a:lvl4pPr>
            <a:lvl5pPr indent="-304800" lvl="4" marL="2286000">
              <a:spcBef>
                <a:spcPts val="800"/>
              </a:spcBef>
              <a:spcAft>
                <a:spcPts val="0"/>
              </a:spcAft>
              <a:buSzPts val="1200"/>
              <a:buChar char="•"/>
              <a:defRPr sz="1200"/>
            </a:lvl5pPr>
            <a:lvl6pPr indent="-304800" lvl="5" marL="2743200">
              <a:spcBef>
                <a:spcPts val="800"/>
              </a:spcBef>
              <a:spcAft>
                <a:spcPts val="0"/>
              </a:spcAft>
              <a:buSzPts val="1200"/>
              <a:buChar char="•"/>
              <a:defRPr sz="1200"/>
            </a:lvl6pPr>
            <a:lvl7pPr indent="-304800" lvl="6" marL="3200400">
              <a:spcBef>
                <a:spcPts val="800"/>
              </a:spcBef>
              <a:spcAft>
                <a:spcPts val="0"/>
              </a:spcAft>
              <a:buSzPts val="1200"/>
              <a:buChar char="•"/>
              <a:defRPr sz="1200"/>
            </a:lvl7pPr>
            <a:lvl8pPr indent="-304800" lvl="7" marL="3657600">
              <a:spcBef>
                <a:spcPts val="800"/>
              </a:spcBef>
              <a:spcAft>
                <a:spcPts val="0"/>
              </a:spcAft>
              <a:buSzPts val="1200"/>
              <a:buChar char="•"/>
              <a:defRPr sz="1200"/>
            </a:lvl8pPr>
            <a:lvl9pPr indent="-304800" lvl="8" marL="4114800">
              <a:spcBef>
                <a:spcPts val="800"/>
              </a:spcBef>
              <a:spcAft>
                <a:spcPts val="800"/>
              </a:spcAft>
              <a:buSzPts val="1200"/>
              <a:buChar char="•"/>
              <a:defRPr sz="1200"/>
            </a:lvl9pPr>
          </a:lstStyle>
          <a:p/>
        </p:txBody>
      </p:sp>
      <p:sp>
        <p:nvSpPr>
          <p:cNvPr id="92" name="Google Shape;9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22"/>
          <p:cNvSpPr txBox="1"/>
          <p:nvPr>
            <p:ph type="title"/>
          </p:nvPr>
        </p:nvSpPr>
        <p:spPr>
          <a:xfrm>
            <a:off x="457200" y="342900"/>
            <a:ext cx="7782900" cy="572700"/>
          </a:xfrm>
          <a:prstGeom prst="rect">
            <a:avLst/>
          </a:prstGeom>
        </p:spPr>
        <p:txBody>
          <a:bodyPr anchorCtr="0" anchor="b" bIns="91425" lIns="0" spcFirstLastPara="1" rIns="0"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5" name="Google Shape;9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6" name="Shape 96"/>
        <p:cNvGrpSpPr/>
        <p:nvPr/>
      </p:nvGrpSpPr>
      <p:grpSpPr>
        <a:xfrm>
          <a:off x="0" y="0"/>
          <a:ext cx="0" cy="0"/>
          <a:chOff x="0" y="0"/>
          <a:chExt cx="0" cy="0"/>
        </a:xfrm>
      </p:grpSpPr>
      <p:sp>
        <p:nvSpPr>
          <p:cNvPr id="97" name="Google Shape;97;p23"/>
          <p:cNvSpPr txBox="1"/>
          <p:nvPr>
            <p:ph type="title"/>
          </p:nvPr>
        </p:nvSpPr>
        <p:spPr>
          <a:xfrm>
            <a:off x="457200" y="53775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23"/>
          <p:cNvSpPr txBox="1"/>
          <p:nvPr>
            <p:ph idx="1" type="body"/>
          </p:nvPr>
        </p:nvSpPr>
        <p:spPr>
          <a:xfrm>
            <a:off x="457200" y="1389600"/>
            <a:ext cx="5603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Font typeface="Inter"/>
              <a:buChar char="•"/>
              <a:defRPr sz="1200">
                <a:latin typeface="Inter"/>
                <a:ea typeface="Inter"/>
                <a:cs typeface="Inter"/>
                <a:sym typeface="Inter"/>
              </a:defRPr>
            </a:lvl1pPr>
            <a:lvl2pPr indent="-304800" lvl="1" marL="914400">
              <a:spcBef>
                <a:spcPts val="800"/>
              </a:spcBef>
              <a:spcAft>
                <a:spcPts val="0"/>
              </a:spcAft>
              <a:buSzPts val="1200"/>
              <a:buFont typeface="Inter"/>
              <a:buChar char="•"/>
              <a:defRPr sz="1200">
                <a:latin typeface="Inter"/>
                <a:ea typeface="Inter"/>
                <a:cs typeface="Inter"/>
                <a:sym typeface="Inter"/>
              </a:defRPr>
            </a:lvl2pPr>
            <a:lvl3pPr indent="-304800" lvl="2" marL="1371600">
              <a:spcBef>
                <a:spcPts val="800"/>
              </a:spcBef>
              <a:spcAft>
                <a:spcPts val="0"/>
              </a:spcAft>
              <a:buSzPts val="1200"/>
              <a:buFont typeface="Inter"/>
              <a:buChar char="•"/>
              <a:defRPr sz="1200">
                <a:latin typeface="Inter"/>
                <a:ea typeface="Inter"/>
                <a:cs typeface="Inter"/>
                <a:sym typeface="Inter"/>
              </a:defRPr>
            </a:lvl3pPr>
            <a:lvl4pPr indent="-304800" lvl="3" marL="1828800">
              <a:spcBef>
                <a:spcPts val="800"/>
              </a:spcBef>
              <a:spcAft>
                <a:spcPts val="0"/>
              </a:spcAft>
              <a:buSzPts val="1200"/>
              <a:buFont typeface="Inter"/>
              <a:buChar char="•"/>
              <a:defRPr sz="1200">
                <a:latin typeface="Inter"/>
                <a:ea typeface="Inter"/>
                <a:cs typeface="Inter"/>
                <a:sym typeface="Inter"/>
              </a:defRPr>
            </a:lvl4pPr>
            <a:lvl5pPr indent="-304800" lvl="4" marL="2286000">
              <a:spcBef>
                <a:spcPts val="800"/>
              </a:spcBef>
              <a:spcAft>
                <a:spcPts val="0"/>
              </a:spcAft>
              <a:buSzPts val="1200"/>
              <a:buFont typeface="Inter"/>
              <a:buChar char="•"/>
              <a:defRPr sz="1200">
                <a:latin typeface="Inter"/>
                <a:ea typeface="Inter"/>
                <a:cs typeface="Inter"/>
                <a:sym typeface="Inter"/>
              </a:defRPr>
            </a:lvl5pPr>
            <a:lvl6pPr indent="-304800" lvl="5" marL="2743200">
              <a:spcBef>
                <a:spcPts val="800"/>
              </a:spcBef>
              <a:spcAft>
                <a:spcPts val="0"/>
              </a:spcAft>
              <a:buSzPts val="1200"/>
              <a:buFont typeface="Inter"/>
              <a:buChar char="•"/>
              <a:defRPr sz="1200">
                <a:latin typeface="Inter"/>
                <a:ea typeface="Inter"/>
                <a:cs typeface="Inter"/>
                <a:sym typeface="Inter"/>
              </a:defRPr>
            </a:lvl6pPr>
            <a:lvl7pPr indent="-304800" lvl="6" marL="3200400">
              <a:spcBef>
                <a:spcPts val="800"/>
              </a:spcBef>
              <a:spcAft>
                <a:spcPts val="0"/>
              </a:spcAft>
              <a:buSzPts val="1200"/>
              <a:buFont typeface="Inter"/>
              <a:buChar char="•"/>
              <a:defRPr sz="1200">
                <a:latin typeface="Inter"/>
                <a:ea typeface="Inter"/>
                <a:cs typeface="Inter"/>
                <a:sym typeface="Inter"/>
              </a:defRPr>
            </a:lvl7pPr>
            <a:lvl8pPr indent="-304800" lvl="7" marL="3657600">
              <a:spcBef>
                <a:spcPts val="800"/>
              </a:spcBef>
              <a:spcAft>
                <a:spcPts val="0"/>
              </a:spcAft>
              <a:buSzPts val="1200"/>
              <a:buFont typeface="Inter"/>
              <a:buChar char="•"/>
              <a:defRPr sz="1200">
                <a:latin typeface="Inter"/>
                <a:ea typeface="Inter"/>
                <a:cs typeface="Inter"/>
                <a:sym typeface="Inter"/>
              </a:defRPr>
            </a:lvl8pPr>
            <a:lvl9pPr indent="-304800" lvl="8" marL="4114800">
              <a:spcBef>
                <a:spcPts val="800"/>
              </a:spcBef>
              <a:spcAft>
                <a:spcPts val="800"/>
              </a:spcAft>
              <a:buSzPts val="1200"/>
              <a:buFont typeface="Inter"/>
              <a:buChar char="•"/>
              <a:defRPr sz="1200">
                <a:latin typeface="Inter"/>
                <a:ea typeface="Inter"/>
                <a:cs typeface="Inter"/>
                <a:sym typeface="Inter"/>
              </a:defRPr>
            </a:lvl9pPr>
          </a:lstStyle>
          <a:p/>
        </p:txBody>
      </p:sp>
      <p:sp>
        <p:nvSpPr>
          <p:cNvPr id="99" name="Google Shape;9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1">
  <p:cSld name="ONE_COLUMN_TEXT_1">
    <p:spTree>
      <p:nvGrpSpPr>
        <p:cNvPr id="100" name="Shape 100"/>
        <p:cNvGrpSpPr/>
        <p:nvPr/>
      </p:nvGrpSpPr>
      <p:grpSpPr>
        <a:xfrm>
          <a:off x="0" y="0"/>
          <a:ext cx="0" cy="0"/>
          <a:chOff x="0" y="0"/>
          <a:chExt cx="0" cy="0"/>
        </a:xfrm>
      </p:grpSpPr>
      <p:sp>
        <p:nvSpPr>
          <p:cNvPr id="101" name="Google Shape;101;p24"/>
          <p:cNvSpPr txBox="1"/>
          <p:nvPr>
            <p:ph type="title"/>
          </p:nvPr>
        </p:nvSpPr>
        <p:spPr>
          <a:xfrm>
            <a:off x="457200" y="219390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03" name="Shape 103"/>
        <p:cNvGrpSpPr/>
        <p:nvPr/>
      </p:nvGrpSpPr>
      <p:grpSpPr>
        <a:xfrm>
          <a:off x="0" y="0"/>
          <a:ext cx="0" cy="0"/>
          <a:chOff x="0" y="0"/>
          <a:chExt cx="0" cy="0"/>
        </a:xfrm>
      </p:grpSpPr>
      <p:sp>
        <p:nvSpPr>
          <p:cNvPr id="104" name="Google Shape;104;p25"/>
          <p:cNvSpPr txBox="1"/>
          <p:nvPr>
            <p:ph type="title"/>
          </p:nvPr>
        </p:nvSpPr>
        <p:spPr>
          <a:xfrm>
            <a:off x="917050" y="450150"/>
            <a:ext cx="5249700" cy="4090800"/>
          </a:xfrm>
          <a:prstGeom prst="rect">
            <a:avLst/>
          </a:prstGeom>
        </p:spPr>
        <p:txBody>
          <a:bodyPr anchorCtr="0" anchor="ctr" bIns="91425" lIns="0" spcFirstLastPara="1" rIns="91425" wrap="square" tIns="91425">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105" name="Google Shape;10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6" name="Google Shape;106;p25"/>
          <p:cNvSpPr txBox="1"/>
          <p:nvPr>
            <p:ph idx="1" type="subTitle"/>
          </p:nvPr>
        </p:nvSpPr>
        <p:spPr>
          <a:xfrm>
            <a:off x="917050" y="3196425"/>
            <a:ext cx="4714200" cy="451800"/>
          </a:xfrm>
          <a:prstGeom prst="rect">
            <a:avLst/>
          </a:prstGeom>
        </p:spPr>
        <p:txBody>
          <a:bodyPr anchorCtr="0" anchor="t" bIns="91425" lIns="0" spcFirstLastPara="1" rIns="91425" wrap="square" tIns="91425">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7" name="Shape 107"/>
        <p:cNvGrpSpPr/>
        <p:nvPr/>
      </p:nvGrpSpPr>
      <p:grpSpPr>
        <a:xfrm>
          <a:off x="0" y="0"/>
          <a:ext cx="0" cy="0"/>
          <a:chOff x="0" y="0"/>
          <a:chExt cx="0" cy="0"/>
        </a:xfrm>
      </p:grpSpPr>
      <p:sp>
        <p:nvSpPr>
          <p:cNvPr id="108" name="Google Shape;108;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6"/>
          <p:cNvSpPr txBox="1"/>
          <p:nvPr>
            <p:ph type="title"/>
          </p:nvPr>
        </p:nvSpPr>
        <p:spPr>
          <a:xfrm>
            <a:off x="265500" y="1233175"/>
            <a:ext cx="4045200" cy="1482300"/>
          </a:xfrm>
          <a:prstGeom prst="rect">
            <a:avLst/>
          </a:prstGeom>
        </p:spPr>
        <p:txBody>
          <a:bodyPr anchorCtr="0" anchor="b" bIns="91425" lIns="0" spcFirstLastPara="1" rIns="0"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10" name="Google Shape;110;p26"/>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11" name="Google Shape;111;p2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800"/>
              </a:spcBef>
              <a:spcAft>
                <a:spcPts val="0"/>
              </a:spcAft>
              <a:buSzPts val="1400"/>
              <a:buChar char="•"/>
              <a:defRPr/>
            </a:lvl2pPr>
            <a:lvl3pPr indent="-317500" lvl="2" marL="1371600">
              <a:spcBef>
                <a:spcPts val="800"/>
              </a:spcBef>
              <a:spcAft>
                <a:spcPts val="0"/>
              </a:spcAft>
              <a:buSzPts val="1400"/>
              <a:buChar char="•"/>
              <a:defRPr/>
            </a:lvl3pPr>
            <a:lvl4pPr indent="-317500" lvl="3" marL="1828800">
              <a:spcBef>
                <a:spcPts val="800"/>
              </a:spcBef>
              <a:spcAft>
                <a:spcPts val="0"/>
              </a:spcAft>
              <a:buSzPts val="1400"/>
              <a:buChar char="•"/>
              <a:defRPr/>
            </a:lvl4pPr>
            <a:lvl5pPr indent="-317500" lvl="4" marL="2286000">
              <a:spcBef>
                <a:spcPts val="800"/>
              </a:spcBef>
              <a:spcAft>
                <a:spcPts val="0"/>
              </a:spcAft>
              <a:buSzPts val="1400"/>
              <a:buChar char="•"/>
              <a:defRPr/>
            </a:lvl5pPr>
            <a:lvl6pPr indent="-317500" lvl="5" marL="2743200">
              <a:spcBef>
                <a:spcPts val="800"/>
              </a:spcBef>
              <a:spcAft>
                <a:spcPts val="0"/>
              </a:spcAft>
              <a:buSzPts val="1400"/>
              <a:buChar char="•"/>
              <a:defRPr/>
            </a:lvl6pPr>
            <a:lvl7pPr indent="-317500" lvl="6" marL="3200400">
              <a:spcBef>
                <a:spcPts val="800"/>
              </a:spcBef>
              <a:spcAft>
                <a:spcPts val="0"/>
              </a:spcAft>
              <a:buSzPts val="1400"/>
              <a:buChar char="•"/>
              <a:defRPr/>
            </a:lvl7pPr>
            <a:lvl8pPr indent="-317500" lvl="7" marL="3657600">
              <a:spcBef>
                <a:spcPts val="800"/>
              </a:spcBef>
              <a:spcAft>
                <a:spcPts val="0"/>
              </a:spcAft>
              <a:buSzPts val="1400"/>
              <a:buChar char="•"/>
              <a:defRPr/>
            </a:lvl8pPr>
            <a:lvl9pPr indent="-317500" lvl="8" marL="4114800">
              <a:spcBef>
                <a:spcPts val="800"/>
              </a:spcBef>
              <a:spcAft>
                <a:spcPts val="800"/>
              </a:spcAft>
              <a:buSzPts val="1400"/>
              <a:buChar char="•"/>
              <a:defRPr/>
            </a:lvl9pPr>
          </a:lstStyle>
          <a:p/>
        </p:txBody>
      </p:sp>
      <p:sp>
        <p:nvSpPr>
          <p:cNvPr id="112" name="Google Shape;112;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3" name="Shape 113"/>
        <p:cNvGrpSpPr/>
        <p:nvPr/>
      </p:nvGrpSpPr>
      <p:grpSpPr>
        <a:xfrm>
          <a:off x="0" y="0"/>
          <a:ext cx="0" cy="0"/>
          <a:chOff x="0" y="0"/>
          <a:chExt cx="0" cy="0"/>
        </a:xfrm>
      </p:grpSpPr>
      <p:sp>
        <p:nvSpPr>
          <p:cNvPr id="114" name="Google Shape;114;p27"/>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
        <p:nvSpPr>
          <p:cNvPr id="115" name="Google Shape;11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6" name="Shape 116"/>
        <p:cNvGrpSpPr/>
        <p:nvPr/>
      </p:nvGrpSpPr>
      <p:grpSpPr>
        <a:xfrm>
          <a:off x="0" y="0"/>
          <a:ext cx="0" cy="0"/>
          <a:chOff x="0" y="0"/>
          <a:chExt cx="0" cy="0"/>
        </a:xfrm>
      </p:grpSpPr>
      <p:sp>
        <p:nvSpPr>
          <p:cNvPr id="117" name="Google Shape;117;p28"/>
          <p:cNvSpPr txBox="1"/>
          <p:nvPr>
            <p:ph hasCustomPrompt="1" type="title"/>
          </p:nvPr>
        </p:nvSpPr>
        <p:spPr>
          <a:xfrm>
            <a:off x="311700" y="1106125"/>
            <a:ext cx="8520600" cy="1963500"/>
          </a:xfrm>
          <a:prstGeom prst="rect">
            <a:avLst/>
          </a:prstGeom>
        </p:spPr>
        <p:txBody>
          <a:bodyPr anchorCtr="0" anchor="b" bIns="91425" lIns="0" spcFirstLastPara="1" rIns="0"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8" name="Google Shape;118;p28"/>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800"/>
              </a:spcBef>
              <a:spcAft>
                <a:spcPts val="0"/>
              </a:spcAft>
              <a:buSzPts val="1400"/>
              <a:buChar char="•"/>
              <a:defRPr/>
            </a:lvl2pPr>
            <a:lvl3pPr indent="-317500" lvl="2" marL="1371600" algn="ctr">
              <a:spcBef>
                <a:spcPts val="800"/>
              </a:spcBef>
              <a:spcAft>
                <a:spcPts val="0"/>
              </a:spcAft>
              <a:buSzPts val="1400"/>
              <a:buChar char="•"/>
              <a:defRPr/>
            </a:lvl3pPr>
            <a:lvl4pPr indent="-317500" lvl="3" marL="1828800" algn="ctr">
              <a:spcBef>
                <a:spcPts val="800"/>
              </a:spcBef>
              <a:spcAft>
                <a:spcPts val="0"/>
              </a:spcAft>
              <a:buSzPts val="1400"/>
              <a:buChar char="•"/>
              <a:defRPr/>
            </a:lvl4pPr>
            <a:lvl5pPr indent="-317500" lvl="4" marL="2286000" algn="ctr">
              <a:spcBef>
                <a:spcPts val="800"/>
              </a:spcBef>
              <a:spcAft>
                <a:spcPts val="0"/>
              </a:spcAft>
              <a:buSzPts val="1400"/>
              <a:buChar char="•"/>
              <a:defRPr/>
            </a:lvl5pPr>
            <a:lvl6pPr indent="-317500" lvl="5" marL="2743200" algn="ctr">
              <a:spcBef>
                <a:spcPts val="800"/>
              </a:spcBef>
              <a:spcAft>
                <a:spcPts val="0"/>
              </a:spcAft>
              <a:buSzPts val="1400"/>
              <a:buChar char="•"/>
              <a:defRPr/>
            </a:lvl6pPr>
            <a:lvl7pPr indent="-317500" lvl="6" marL="3200400" algn="ctr">
              <a:spcBef>
                <a:spcPts val="800"/>
              </a:spcBef>
              <a:spcAft>
                <a:spcPts val="0"/>
              </a:spcAft>
              <a:buSzPts val="1400"/>
              <a:buChar char="•"/>
              <a:defRPr/>
            </a:lvl7pPr>
            <a:lvl8pPr indent="-317500" lvl="7" marL="3657600" algn="ctr">
              <a:spcBef>
                <a:spcPts val="800"/>
              </a:spcBef>
              <a:spcAft>
                <a:spcPts val="0"/>
              </a:spcAft>
              <a:buSzPts val="1400"/>
              <a:buChar char="•"/>
              <a:defRPr/>
            </a:lvl8pPr>
            <a:lvl9pPr indent="-317500" lvl="8" marL="4114800" algn="ctr">
              <a:spcBef>
                <a:spcPts val="800"/>
              </a:spcBef>
              <a:spcAft>
                <a:spcPts val="800"/>
              </a:spcAft>
              <a:buSzPts val="1400"/>
              <a:buChar char="•"/>
              <a:defRPr/>
            </a:lvl9pPr>
          </a:lstStyle>
          <a:p/>
        </p:txBody>
      </p:sp>
      <p:sp>
        <p:nvSpPr>
          <p:cNvPr id="119" name="Google Shape;11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0" name="Shape 120"/>
        <p:cNvGrpSpPr/>
        <p:nvPr/>
      </p:nvGrpSpPr>
      <p:grpSpPr>
        <a:xfrm>
          <a:off x="0" y="0"/>
          <a:ext cx="0" cy="0"/>
          <a:chOff x="0" y="0"/>
          <a:chExt cx="0" cy="0"/>
        </a:xfrm>
      </p:grpSpPr>
      <p:sp>
        <p:nvSpPr>
          <p:cNvPr id="121" name="Google Shape;12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
    <p:spTree>
      <p:nvGrpSpPr>
        <p:cNvPr id="122" name="Shape 122"/>
        <p:cNvGrpSpPr/>
        <p:nvPr/>
      </p:nvGrpSpPr>
      <p:grpSpPr>
        <a:xfrm>
          <a:off x="0" y="0"/>
          <a:ext cx="0" cy="0"/>
          <a:chOff x="0" y="0"/>
          <a:chExt cx="0" cy="0"/>
        </a:xfrm>
      </p:grpSpPr>
      <p:sp>
        <p:nvSpPr>
          <p:cNvPr id="123" name="Google Shape;123;p30"/>
          <p:cNvSpPr txBox="1"/>
          <p:nvPr>
            <p:ph idx="1" type="body"/>
          </p:nvPr>
        </p:nvSpPr>
        <p:spPr>
          <a:xfrm>
            <a:off x="457200" y="1293450"/>
            <a:ext cx="8229600" cy="32757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dk1"/>
              </a:buClr>
              <a:buSzPts val="1600"/>
              <a:buChar char="•"/>
              <a:defRPr sz="1600">
                <a:solidFill>
                  <a:schemeClr val="dk1"/>
                </a:solidFill>
              </a:defRPr>
            </a:lvl1pPr>
            <a:lvl2pPr indent="-330200" lvl="1" marL="914400">
              <a:spcBef>
                <a:spcPts val="1000"/>
              </a:spcBef>
              <a:spcAft>
                <a:spcPts val="0"/>
              </a:spcAft>
              <a:buClr>
                <a:schemeClr val="dk1"/>
              </a:buClr>
              <a:buSzPts val="1600"/>
              <a:buChar char="•"/>
              <a:defRPr sz="1600">
                <a:solidFill>
                  <a:schemeClr val="dk1"/>
                </a:solidFill>
              </a:defRPr>
            </a:lvl2pPr>
            <a:lvl3pPr indent="-330200" lvl="2" marL="1371600">
              <a:spcBef>
                <a:spcPts val="1000"/>
              </a:spcBef>
              <a:spcAft>
                <a:spcPts val="0"/>
              </a:spcAft>
              <a:buClr>
                <a:schemeClr val="dk1"/>
              </a:buClr>
              <a:buSzPts val="1600"/>
              <a:buChar char="•"/>
              <a:defRPr sz="1600">
                <a:solidFill>
                  <a:schemeClr val="dk1"/>
                </a:solidFill>
              </a:defRPr>
            </a:lvl3pPr>
            <a:lvl4pPr indent="-330200" lvl="3" marL="1828800">
              <a:spcBef>
                <a:spcPts val="1000"/>
              </a:spcBef>
              <a:spcAft>
                <a:spcPts val="0"/>
              </a:spcAft>
              <a:buClr>
                <a:schemeClr val="dk1"/>
              </a:buClr>
              <a:buSzPts val="1600"/>
              <a:buChar char="•"/>
              <a:defRPr sz="1600">
                <a:solidFill>
                  <a:schemeClr val="dk1"/>
                </a:solidFill>
              </a:defRPr>
            </a:lvl4pPr>
            <a:lvl5pPr indent="-330200" lvl="4" marL="2286000">
              <a:spcBef>
                <a:spcPts val="1000"/>
              </a:spcBef>
              <a:spcAft>
                <a:spcPts val="0"/>
              </a:spcAft>
              <a:buClr>
                <a:schemeClr val="dk1"/>
              </a:buClr>
              <a:buSzPts val="1600"/>
              <a:buChar char="•"/>
              <a:defRPr sz="1600">
                <a:solidFill>
                  <a:schemeClr val="dk1"/>
                </a:solidFill>
              </a:defRPr>
            </a:lvl5pPr>
            <a:lvl6pPr indent="-330200" lvl="5" marL="2743200">
              <a:spcBef>
                <a:spcPts val="1000"/>
              </a:spcBef>
              <a:spcAft>
                <a:spcPts val="0"/>
              </a:spcAft>
              <a:buClr>
                <a:schemeClr val="dk1"/>
              </a:buClr>
              <a:buSzPts val="1600"/>
              <a:buChar char="•"/>
              <a:defRPr sz="1600">
                <a:solidFill>
                  <a:schemeClr val="dk1"/>
                </a:solidFill>
              </a:defRPr>
            </a:lvl6pPr>
            <a:lvl7pPr indent="-330200" lvl="6" marL="3200400">
              <a:spcBef>
                <a:spcPts val="1000"/>
              </a:spcBef>
              <a:spcAft>
                <a:spcPts val="0"/>
              </a:spcAft>
              <a:buClr>
                <a:schemeClr val="dk1"/>
              </a:buClr>
              <a:buSzPts val="1600"/>
              <a:buChar char="•"/>
              <a:defRPr sz="1600">
                <a:solidFill>
                  <a:schemeClr val="dk1"/>
                </a:solidFill>
              </a:defRPr>
            </a:lvl7pPr>
            <a:lvl8pPr indent="-330200" lvl="7" marL="3657600">
              <a:spcBef>
                <a:spcPts val="1000"/>
              </a:spcBef>
              <a:spcAft>
                <a:spcPts val="0"/>
              </a:spcAft>
              <a:buClr>
                <a:schemeClr val="dk1"/>
              </a:buClr>
              <a:buSzPts val="1600"/>
              <a:buChar char="•"/>
              <a:defRPr sz="1600">
                <a:solidFill>
                  <a:schemeClr val="dk1"/>
                </a:solidFill>
              </a:defRPr>
            </a:lvl8pPr>
            <a:lvl9pPr indent="-330200" lvl="8" marL="4114800">
              <a:spcBef>
                <a:spcPts val="1000"/>
              </a:spcBef>
              <a:spcAft>
                <a:spcPts val="1000"/>
              </a:spcAft>
              <a:buClr>
                <a:schemeClr val="dk1"/>
              </a:buClr>
              <a:buSzPts val="1600"/>
              <a:buChar char="•"/>
              <a:defRPr sz="1600">
                <a:solidFill>
                  <a:schemeClr val="dk1"/>
                </a:solidFill>
              </a:defRPr>
            </a:lvl9pPr>
          </a:lstStyle>
          <a:p/>
        </p:txBody>
      </p:sp>
      <p:sp>
        <p:nvSpPr>
          <p:cNvPr id="124" name="Google Shape;124;p30"/>
          <p:cNvSpPr txBox="1"/>
          <p:nvPr>
            <p:ph type="title"/>
          </p:nvPr>
        </p:nvSpPr>
        <p:spPr>
          <a:xfrm>
            <a:off x="457200" y="53775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section-2">
  <p:cSld name="CUSTOM_3_2_1_1_1_1_1">
    <p:bg>
      <p:bgPr>
        <a:solidFill>
          <a:schemeClr val="lt1"/>
        </a:solidFill>
      </p:bgPr>
    </p:bg>
    <p:spTree>
      <p:nvGrpSpPr>
        <p:cNvPr id="125" name="Shape 125"/>
        <p:cNvGrpSpPr/>
        <p:nvPr/>
      </p:nvGrpSpPr>
      <p:grpSpPr>
        <a:xfrm>
          <a:off x="0" y="0"/>
          <a:ext cx="0" cy="0"/>
          <a:chOff x="0" y="0"/>
          <a:chExt cx="0" cy="0"/>
        </a:xfrm>
      </p:grpSpPr>
      <p:sp>
        <p:nvSpPr>
          <p:cNvPr id="126" name="Google Shape;126;p31"/>
          <p:cNvSpPr txBox="1"/>
          <p:nvPr>
            <p:ph idx="1" type="body"/>
          </p:nvPr>
        </p:nvSpPr>
        <p:spPr>
          <a:xfrm>
            <a:off x="4572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27" name="Google Shape;127;p31"/>
          <p:cNvSpPr txBox="1"/>
          <p:nvPr>
            <p:ph idx="2" type="subTitle"/>
          </p:nvPr>
        </p:nvSpPr>
        <p:spPr>
          <a:xfrm>
            <a:off x="45720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28" name="Google Shape;128;p31"/>
          <p:cNvSpPr txBox="1"/>
          <p:nvPr>
            <p:ph idx="3" type="body"/>
          </p:nvPr>
        </p:nvSpPr>
        <p:spPr>
          <a:xfrm>
            <a:off x="326895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29" name="Google Shape;129;p31"/>
          <p:cNvSpPr txBox="1"/>
          <p:nvPr>
            <p:ph idx="4" type="subTitle"/>
          </p:nvPr>
        </p:nvSpPr>
        <p:spPr>
          <a:xfrm>
            <a:off x="326895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0" name="Google Shape;130;p31"/>
          <p:cNvSpPr txBox="1"/>
          <p:nvPr>
            <p:ph idx="5" type="body"/>
          </p:nvPr>
        </p:nvSpPr>
        <p:spPr>
          <a:xfrm>
            <a:off x="6080700" y="2132925"/>
            <a:ext cx="2606100" cy="2439000"/>
          </a:xfrm>
          <a:prstGeom prst="rect">
            <a:avLst/>
          </a:prstGeom>
          <a:noFill/>
          <a:ln>
            <a:noFill/>
          </a:ln>
        </p:spPr>
        <p:txBody>
          <a:bodyPr anchorCtr="0" anchor="t" bIns="91425" lIns="137150" spcFirstLastPara="1" rIns="137150" wrap="square" tIns="182875">
            <a:normAutofit/>
          </a:bodyPr>
          <a:lstStyle>
            <a:lvl1pPr indent="-304800" lvl="0" marL="457200">
              <a:spcBef>
                <a:spcPts val="0"/>
              </a:spcBef>
              <a:spcAft>
                <a:spcPts val="0"/>
              </a:spcAft>
              <a:buClr>
                <a:schemeClr val="dk1"/>
              </a:buClr>
              <a:buSzPts val="1200"/>
              <a:buChar char="•"/>
              <a:defRPr sz="1200">
                <a:solidFill>
                  <a:schemeClr val="dk1"/>
                </a:solidFill>
              </a:defRPr>
            </a:lvl1pPr>
            <a:lvl2pPr indent="-304800" lvl="1" marL="914400">
              <a:spcBef>
                <a:spcPts val="1000"/>
              </a:spcBef>
              <a:spcAft>
                <a:spcPts val="0"/>
              </a:spcAft>
              <a:buClr>
                <a:schemeClr val="dk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31" name="Google Shape;131;p31"/>
          <p:cNvSpPr txBox="1"/>
          <p:nvPr>
            <p:ph idx="6" type="subTitle"/>
          </p:nvPr>
        </p:nvSpPr>
        <p:spPr>
          <a:xfrm>
            <a:off x="6080700" y="1477250"/>
            <a:ext cx="2606100" cy="531300"/>
          </a:xfrm>
          <a:prstGeom prst="rect">
            <a:avLst/>
          </a:prstGeom>
        </p:spPr>
        <p:txBody>
          <a:bodyPr anchorCtr="0" anchor="t" bIns="91425" lIns="137150" spcFirstLastPara="1" rIns="137150" wrap="square" tIns="182875">
            <a:normAutofit/>
          </a:bodyPr>
          <a:lstStyle>
            <a:lvl1pPr indent="0" lvl="0" marL="0" marR="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132" name="Google Shape;132;p31"/>
          <p:cNvSpPr txBox="1"/>
          <p:nvPr>
            <p:ph type="title"/>
          </p:nvPr>
        </p:nvSpPr>
        <p:spPr>
          <a:xfrm>
            <a:off x="457200" y="537750"/>
            <a:ext cx="5603400" cy="755700"/>
          </a:xfrm>
          <a:prstGeom prst="rect">
            <a:avLst/>
          </a:prstGeom>
        </p:spPr>
        <p:txBody>
          <a:bodyPr anchorCtr="0" anchor="ctr" bIns="91425" lIns="0" spcFirstLastPara="1" rIns="0"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Light">
  <p:cSld name="CUSTOM_2_1_2">
    <p:spTree>
      <p:nvGrpSpPr>
        <p:cNvPr id="133" name="Shape 133"/>
        <p:cNvGrpSpPr/>
        <p:nvPr/>
      </p:nvGrpSpPr>
      <p:grpSpPr>
        <a:xfrm>
          <a:off x="0" y="0"/>
          <a:ext cx="0" cy="0"/>
          <a:chOff x="0" y="0"/>
          <a:chExt cx="0" cy="0"/>
        </a:xfrm>
      </p:grpSpPr>
      <p:sp>
        <p:nvSpPr>
          <p:cNvPr id="134" name="Google Shape;134;p32"/>
          <p:cNvSpPr txBox="1"/>
          <p:nvPr>
            <p:ph type="title"/>
          </p:nvPr>
        </p:nvSpPr>
        <p:spPr>
          <a:xfrm>
            <a:off x="457200" y="445025"/>
            <a:ext cx="8229600" cy="572700"/>
          </a:xfrm>
          <a:prstGeom prst="rect">
            <a:avLst/>
          </a:prstGeom>
        </p:spPr>
        <p:txBody>
          <a:bodyPr anchorCtr="0" anchor="ctr" bIns="91425" lIns="0" spcFirstLastPara="1" rIns="0" wrap="square" tIns="91425">
            <a:normAutofit/>
          </a:bodyPr>
          <a:lstStyle>
            <a:lvl1pPr lvl="0">
              <a:spcBef>
                <a:spcPts val="0"/>
              </a:spcBef>
              <a:spcAft>
                <a:spcPts val="0"/>
              </a:spcAft>
              <a:buSzPts val="3000"/>
              <a:buFont typeface="Hanken Grotesk"/>
              <a:buNone/>
              <a:defRPr b="1">
                <a:latin typeface="Hanken Grotesk"/>
                <a:ea typeface="Hanken Grotesk"/>
                <a:cs typeface="Hanken Grotesk"/>
                <a:sym typeface="Hanken Grotesk"/>
              </a:defRPr>
            </a:lvl1pPr>
            <a:lvl2pPr lvl="1">
              <a:spcBef>
                <a:spcPts val="0"/>
              </a:spcBef>
              <a:spcAft>
                <a:spcPts val="0"/>
              </a:spcAft>
              <a:buSzPts val="3000"/>
              <a:buFont typeface="Hanken Grotesk"/>
              <a:buNone/>
              <a:defRPr b="1">
                <a:latin typeface="Hanken Grotesk"/>
                <a:ea typeface="Hanken Grotesk"/>
                <a:cs typeface="Hanken Grotesk"/>
                <a:sym typeface="Hanken Grotesk"/>
              </a:defRPr>
            </a:lvl2pPr>
            <a:lvl3pPr lvl="2">
              <a:spcBef>
                <a:spcPts val="0"/>
              </a:spcBef>
              <a:spcAft>
                <a:spcPts val="0"/>
              </a:spcAft>
              <a:buSzPts val="3000"/>
              <a:buFont typeface="Hanken Grotesk"/>
              <a:buNone/>
              <a:defRPr b="1">
                <a:latin typeface="Hanken Grotesk"/>
                <a:ea typeface="Hanken Grotesk"/>
                <a:cs typeface="Hanken Grotesk"/>
                <a:sym typeface="Hanken Grotesk"/>
              </a:defRPr>
            </a:lvl3pPr>
            <a:lvl4pPr lvl="3">
              <a:spcBef>
                <a:spcPts val="0"/>
              </a:spcBef>
              <a:spcAft>
                <a:spcPts val="0"/>
              </a:spcAft>
              <a:buSzPts val="3000"/>
              <a:buFont typeface="Hanken Grotesk"/>
              <a:buNone/>
              <a:defRPr b="1">
                <a:latin typeface="Hanken Grotesk"/>
                <a:ea typeface="Hanken Grotesk"/>
                <a:cs typeface="Hanken Grotesk"/>
                <a:sym typeface="Hanken Grotesk"/>
              </a:defRPr>
            </a:lvl4pPr>
            <a:lvl5pPr lvl="4">
              <a:spcBef>
                <a:spcPts val="0"/>
              </a:spcBef>
              <a:spcAft>
                <a:spcPts val="0"/>
              </a:spcAft>
              <a:buSzPts val="3000"/>
              <a:buFont typeface="Hanken Grotesk"/>
              <a:buNone/>
              <a:defRPr b="1">
                <a:latin typeface="Hanken Grotesk"/>
                <a:ea typeface="Hanken Grotesk"/>
                <a:cs typeface="Hanken Grotesk"/>
                <a:sym typeface="Hanken Grotesk"/>
              </a:defRPr>
            </a:lvl5pPr>
            <a:lvl6pPr lvl="5">
              <a:spcBef>
                <a:spcPts val="0"/>
              </a:spcBef>
              <a:spcAft>
                <a:spcPts val="0"/>
              </a:spcAft>
              <a:buSzPts val="3000"/>
              <a:buFont typeface="Hanken Grotesk"/>
              <a:buNone/>
              <a:defRPr b="1">
                <a:latin typeface="Hanken Grotesk"/>
                <a:ea typeface="Hanken Grotesk"/>
                <a:cs typeface="Hanken Grotesk"/>
                <a:sym typeface="Hanken Grotesk"/>
              </a:defRPr>
            </a:lvl6pPr>
            <a:lvl7pPr lvl="6">
              <a:spcBef>
                <a:spcPts val="0"/>
              </a:spcBef>
              <a:spcAft>
                <a:spcPts val="0"/>
              </a:spcAft>
              <a:buSzPts val="3000"/>
              <a:buFont typeface="Hanken Grotesk"/>
              <a:buNone/>
              <a:defRPr b="1">
                <a:latin typeface="Hanken Grotesk"/>
                <a:ea typeface="Hanken Grotesk"/>
                <a:cs typeface="Hanken Grotesk"/>
                <a:sym typeface="Hanken Grotesk"/>
              </a:defRPr>
            </a:lvl7pPr>
            <a:lvl8pPr lvl="7">
              <a:spcBef>
                <a:spcPts val="0"/>
              </a:spcBef>
              <a:spcAft>
                <a:spcPts val="0"/>
              </a:spcAft>
              <a:buSzPts val="3000"/>
              <a:buFont typeface="Hanken Grotesk"/>
              <a:buNone/>
              <a:defRPr b="1">
                <a:latin typeface="Hanken Grotesk"/>
                <a:ea typeface="Hanken Grotesk"/>
                <a:cs typeface="Hanken Grotesk"/>
                <a:sym typeface="Hanken Grotesk"/>
              </a:defRPr>
            </a:lvl8pPr>
            <a:lvl9pPr lvl="8">
              <a:spcBef>
                <a:spcPts val="0"/>
              </a:spcBef>
              <a:spcAft>
                <a:spcPts val="0"/>
              </a:spcAft>
              <a:buSzPts val="3000"/>
              <a:buFont typeface="Hanken Grotesk"/>
              <a:buNone/>
              <a:defRPr b="1">
                <a:latin typeface="Hanken Grotesk"/>
                <a:ea typeface="Hanken Grotesk"/>
                <a:cs typeface="Hanken Grotesk"/>
                <a:sym typeface="Hanken Grotesk"/>
              </a:defRPr>
            </a:lvl9pPr>
          </a:lstStyle>
          <a:p/>
        </p:txBody>
      </p:sp>
      <p:sp>
        <p:nvSpPr>
          <p:cNvPr id="135" name="Google Shape;135;p32"/>
          <p:cNvSpPr txBox="1"/>
          <p:nvPr>
            <p:ph idx="1" type="subTitle"/>
          </p:nvPr>
        </p:nvSpPr>
        <p:spPr>
          <a:xfrm>
            <a:off x="457200" y="1142050"/>
            <a:ext cx="5519400" cy="4416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1 2">
  <p:cSld name="CUSTOM_3_1_2">
    <p:spTree>
      <p:nvGrpSpPr>
        <p:cNvPr id="136" name="Shape 136"/>
        <p:cNvGrpSpPr/>
        <p:nvPr/>
      </p:nvGrpSpPr>
      <p:grpSpPr>
        <a:xfrm>
          <a:off x="0" y="0"/>
          <a:ext cx="0" cy="0"/>
          <a:chOff x="0" y="0"/>
          <a:chExt cx="0" cy="0"/>
        </a:xfrm>
      </p:grpSpPr>
      <p:sp>
        <p:nvSpPr>
          <p:cNvPr id="137" name="Google Shape;137;p33"/>
          <p:cNvSpPr txBox="1"/>
          <p:nvPr>
            <p:ph type="title"/>
          </p:nvPr>
        </p:nvSpPr>
        <p:spPr>
          <a:xfrm>
            <a:off x="457200" y="445025"/>
            <a:ext cx="8229600" cy="572700"/>
          </a:xfrm>
          <a:prstGeom prst="rect">
            <a:avLst/>
          </a:prstGeom>
        </p:spPr>
        <p:txBody>
          <a:bodyPr anchorCtr="0" anchor="ctr" bIns="91425" lIns="0" spcFirstLastPara="1" rIns="0" wrap="square" tIns="91425">
            <a:normAutofit/>
          </a:bodyPr>
          <a:lstStyle>
            <a:lvl1pPr lvl="0">
              <a:spcBef>
                <a:spcPts val="0"/>
              </a:spcBef>
              <a:spcAft>
                <a:spcPts val="0"/>
              </a:spcAft>
              <a:buSzPts val="3000"/>
              <a:buFont typeface="Hanken Grotesk"/>
              <a:buNone/>
              <a:defRPr b="1">
                <a:latin typeface="Hanken Grotesk"/>
                <a:ea typeface="Hanken Grotesk"/>
                <a:cs typeface="Hanken Grotesk"/>
                <a:sym typeface="Hanken Grotesk"/>
              </a:defRPr>
            </a:lvl1pPr>
            <a:lvl2pPr lvl="1">
              <a:spcBef>
                <a:spcPts val="0"/>
              </a:spcBef>
              <a:spcAft>
                <a:spcPts val="0"/>
              </a:spcAft>
              <a:buSzPts val="3000"/>
              <a:buFont typeface="Hanken Grotesk"/>
              <a:buNone/>
              <a:defRPr b="1">
                <a:latin typeface="Hanken Grotesk"/>
                <a:ea typeface="Hanken Grotesk"/>
                <a:cs typeface="Hanken Grotesk"/>
                <a:sym typeface="Hanken Grotesk"/>
              </a:defRPr>
            </a:lvl2pPr>
            <a:lvl3pPr lvl="2">
              <a:spcBef>
                <a:spcPts val="0"/>
              </a:spcBef>
              <a:spcAft>
                <a:spcPts val="0"/>
              </a:spcAft>
              <a:buSzPts val="3000"/>
              <a:buFont typeface="Hanken Grotesk"/>
              <a:buNone/>
              <a:defRPr b="1">
                <a:latin typeface="Hanken Grotesk"/>
                <a:ea typeface="Hanken Grotesk"/>
                <a:cs typeface="Hanken Grotesk"/>
                <a:sym typeface="Hanken Grotesk"/>
              </a:defRPr>
            </a:lvl3pPr>
            <a:lvl4pPr lvl="3">
              <a:spcBef>
                <a:spcPts val="0"/>
              </a:spcBef>
              <a:spcAft>
                <a:spcPts val="0"/>
              </a:spcAft>
              <a:buSzPts val="3000"/>
              <a:buFont typeface="Hanken Grotesk"/>
              <a:buNone/>
              <a:defRPr b="1">
                <a:latin typeface="Hanken Grotesk"/>
                <a:ea typeface="Hanken Grotesk"/>
                <a:cs typeface="Hanken Grotesk"/>
                <a:sym typeface="Hanken Grotesk"/>
              </a:defRPr>
            </a:lvl4pPr>
            <a:lvl5pPr lvl="4">
              <a:spcBef>
                <a:spcPts val="0"/>
              </a:spcBef>
              <a:spcAft>
                <a:spcPts val="0"/>
              </a:spcAft>
              <a:buSzPts val="3000"/>
              <a:buFont typeface="Hanken Grotesk"/>
              <a:buNone/>
              <a:defRPr b="1">
                <a:latin typeface="Hanken Grotesk"/>
                <a:ea typeface="Hanken Grotesk"/>
                <a:cs typeface="Hanken Grotesk"/>
                <a:sym typeface="Hanken Grotesk"/>
              </a:defRPr>
            </a:lvl5pPr>
            <a:lvl6pPr lvl="5">
              <a:spcBef>
                <a:spcPts val="0"/>
              </a:spcBef>
              <a:spcAft>
                <a:spcPts val="0"/>
              </a:spcAft>
              <a:buSzPts val="3000"/>
              <a:buFont typeface="Hanken Grotesk"/>
              <a:buNone/>
              <a:defRPr b="1">
                <a:latin typeface="Hanken Grotesk"/>
                <a:ea typeface="Hanken Grotesk"/>
                <a:cs typeface="Hanken Grotesk"/>
                <a:sym typeface="Hanken Grotesk"/>
              </a:defRPr>
            </a:lvl6pPr>
            <a:lvl7pPr lvl="6">
              <a:spcBef>
                <a:spcPts val="0"/>
              </a:spcBef>
              <a:spcAft>
                <a:spcPts val="0"/>
              </a:spcAft>
              <a:buSzPts val="3000"/>
              <a:buFont typeface="Hanken Grotesk"/>
              <a:buNone/>
              <a:defRPr b="1">
                <a:latin typeface="Hanken Grotesk"/>
                <a:ea typeface="Hanken Grotesk"/>
                <a:cs typeface="Hanken Grotesk"/>
                <a:sym typeface="Hanken Grotesk"/>
              </a:defRPr>
            </a:lvl7pPr>
            <a:lvl8pPr lvl="7">
              <a:spcBef>
                <a:spcPts val="0"/>
              </a:spcBef>
              <a:spcAft>
                <a:spcPts val="0"/>
              </a:spcAft>
              <a:buSzPts val="3000"/>
              <a:buFont typeface="Hanken Grotesk"/>
              <a:buNone/>
              <a:defRPr b="1">
                <a:latin typeface="Hanken Grotesk"/>
                <a:ea typeface="Hanken Grotesk"/>
                <a:cs typeface="Hanken Grotesk"/>
                <a:sym typeface="Hanken Grotesk"/>
              </a:defRPr>
            </a:lvl8pPr>
            <a:lvl9pPr lvl="8">
              <a:spcBef>
                <a:spcPts val="0"/>
              </a:spcBef>
              <a:spcAft>
                <a:spcPts val="0"/>
              </a:spcAft>
              <a:buSzPts val="3000"/>
              <a:buFont typeface="Hanken Grotesk"/>
              <a:buNone/>
              <a:defRPr b="1">
                <a:latin typeface="Hanken Grotesk"/>
                <a:ea typeface="Hanken Grotesk"/>
                <a:cs typeface="Hanken Grotesk"/>
                <a:sym typeface="Hanken Grotesk"/>
              </a:defRPr>
            </a:lvl9pPr>
          </a:lstStyle>
          <a:p/>
        </p:txBody>
      </p:sp>
      <p:sp>
        <p:nvSpPr>
          <p:cNvPr id="138" name="Google Shape;138;p33"/>
          <p:cNvSpPr txBox="1"/>
          <p:nvPr>
            <p:ph idx="1" type="body"/>
          </p:nvPr>
        </p:nvSpPr>
        <p:spPr>
          <a:xfrm>
            <a:off x="4572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39" name="Google Shape;139;p33"/>
          <p:cNvSpPr txBox="1"/>
          <p:nvPr>
            <p:ph idx="2" type="body"/>
          </p:nvPr>
        </p:nvSpPr>
        <p:spPr>
          <a:xfrm>
            <a:off x="4800400" y="1834900"/>
            <a:ext cx="3776100" cy="2734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chemeClr val="accent1"/>
              </a:buClr>
              <a:buSzPts val="1400"/>
              <a:buChar char="•"/>
              <a:defRPr sz="1400">
                <a:solidFill>
                  <a:schemeClr val="dk1"/>
                </a:solidFill>
              </a:defRPr>
            </a:lvl1pPr>
            <a:lvl2pPr indent="-304800" lvl="1" marL="914400">
              <a:spcBef>
                <a:spcPts val="1000"/>
              </a:spcBef>
              <a:spcAft>
                <a:spcPts val="0"/>
              </a:spcAft>
              <a:buClr>
                <a:schemeClr val="accent1"/>
              </a:buClr>
              <a:buSzPts val="1200"/>
              <a:buChar char="–"/>
              <a:defRPr sz="1200">
                <a:solidFill>
                  <a:schemeClr val="dk1"/>
                </a:solidFill>
              </a:defRPr>
            </a:lvl2pPr>
            <a:lvl3pPr indent="-304800" lvl="2" marL="1371600">
              <a:spcBef>
                <a:spcPts val="1000"/>
              </a:spcBef>
              <a:spcAft>
                <a:spcPts val="0"/>
              </a:spcAft>
              <a:buClr>
                <a:schemeClr val="dk1"/>
              </a:buClr>
              <a:buSzPts val="1200"/>
              <a:buChar char="◦"/>
              <a:defRPr sz="1200">
                <a:solidFill>
                  <a:schemeClr val="dk1"/>
                </a:solidFill>
              </a:defRPr>
            </a:lvl3pPr>
            <a:lvl4pPr indent="-304800" lvl="3" marL="1828800">
              <a:spcBef>
                <a:spcPts val="1000"/>
              </a:spcBef>
              <a:spcAft>
                <a:spcPts val="0"/>
              </a:spcAft>
              <a:buClr>
                <a:schemeClr val="dk1"/>
              </a:buClr>
              <a:buSzPts val="1200"/>
              <a:buChar char="•"/>
              <a:defRPr sz="1200">
                <a:solidFill>
                  <a:schemeClr val="dk1"/>
                </a:solidFill>
              </a:defRPr>
            </a:lvl4pPr>
            <a:lvl5pPr indent="-304800" lvl="4" marL="2286000">
              <a:spcBef>
                <a:spcPts val="1000"/>
              </a:spcBef>
              <a:spcAft>
                <a:spcPts val="0"/>
              </a:spcAft>
              <a:buClr>
                <a:schemeClr val="dk1"/>
              </a:buClr>
              <a:buSzPts val="1200"/>
              <a:buChar char="•"/>
              <a:defRPr sz="1200">
                <a:solidFill>
                  <a:schemeClr val="dk1"/>
                </a:solidFill>
              </a:defRPr>
            </a:lvl5pPr>
            <a:lvl6pPr indent="-304800" lvl="5" marL="2743200">
              <a:spcBef>
                <a:spcPts val="1000"/>
              </a:spcBef>
              <a:spcAft>
                <a:spcPts val="0"/>
              </a:spcAft>
              <a:buClr>
                <a:schemeClr val="dk1"/>
              </a:buClr>
              <a:buSzPts val="1200"/>
              <a:buChar char="•"/>
              <a:defRPr sz="1200">
                <a:solidFill>
                  <a:schemeClr val="dk1"/>
                </a:solidFill>
              </a:defRPr>
            </a:lvl6pPr>
            <a:lvl7pPr indent="-304800" lvl="6" marL="3200400">
              <a:spcBef>
                <a:spcPts val="1000"/>
              </a:spcBef>
              <a:spcAft>
                <a:spcPts val="0"/>
              </a:spcAft>
              <a:buClr>
                <a:schemeClr val="dk1"/>
              </a:buClr>
              <a:buSzPts val="1200"/>
              <a:buChar char="•"/>
              <a:defRPr sz="1200">
                <a:solidFill>
                  <a:schemeClr val="dk1"/>
                </a:solidFill>
              </a:defRPr>
            </a:lvl7pPr>
            <a:lvl8pPr indent="-304800" lvl="7" marL="3657600">
              <a:spcBef>
                <a:spcPts val="1000"/>
              </a:spcBef>
              <a:spcAft>
                <a:spcPts val="0"/>
              </a:spcAft>
              <a:buClr>
                <a:schemeClr val="dk1"/>
              </a:buClr>
              <a:buSzPts val="1200"/>
              <a:buChar char="•"/>
              <a:defRPr sz="1200">
                <a:solidFill>
                  <a:schemeClr val="dk1"/>
                </a:solidFill>
              </a:defRPr>
            </a:lvl8pPr>
            <a:lvl9pPr indent="-304800" lvl="8" marL="4114800">
              <a:spcBef>
                <a:spcPts val="1000"/>
              </a:spcBef>
              <a:spcAft>
                <a:spcPts val="1000"/>
              </a:spcAft>
              <a:buClr>
                <a:schemeClr val="dk1"/>
              </a:buClr>
              <a:buSzPts val="1200"/>
              <a:buChar char="•"/>
              <a:defRPr sz="1200">
                <a:solidFill>
                  <a:schemeClr val="dk1"/>
                </a:solidFill>
              </a:defRPr>
            </a:lvl9pPr>
          </a:lstStyle>
          <a:p/>
        </p:txBody>
      </p:sp>
      <p:sp>
        <p:nvSpPr>
          <p:cNvPr id="140" name="Google Shape;140;p33"/>
          <p:cNvSpPr txBox="1"/>
          <p:nvPr>
            <p:ph idx="3" type="subTitle"/>
          </p:nvPr>
        </p:nvSpPr>
        <p:spPr>
          <a:xfrm>
            <a:off x="4572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
        <p:nvSpPr>
          <p:cNvPr id="141" name="Google Shape;141;p33"/>
          <p:cNvSpPr txBox="1"/>
          <p:nvPr>
            <p:ph idx="4" type="subTitle"/>
          </p:nvPr>
        </p:nvSpPr>
        <p:spPr>
          <a:xfrm>
            <a:off x="4800400" y="1164900"/>
            <a:ext cx="3776100" cy="572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1pPr>
            <a:lvl2pPr lvl="1">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2pPr>
            <a:lvl3pPr lvl="2">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3pPr>
            <a:lvl4pPr lvl="3">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4pPr>
            <a:lvl5pPr lvl="4">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5pPr>
            <a:lvl6pPr lvl="5">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6pPr>
            <a:lvl7pPr lvl="6">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7pPr>
            <a:lvl8pPr lvl="7">
              <a:lnSpc>
                <a:spcPct val="100000"/>
              </a:lnSpc>
              <a:spcBef>
                <a:spcPts val="800"/>
              </a:spcBef>
              <a:spcAft>
                <a:spcPts val="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8pPr>
            <a:lvl9pPr lvl="8">
              <a:lnSpc>
                <a:spcPct val="100000"/>
              </a:lnSpc>
              <a:spcBef>
                <a:spcPts val="800"/>
              </a:spcBef>
              <a:spcAft>
                <a:spcPts val="800"/>
              </a:spcAft>
              <a:buClr>
                <a:schemeClr val="dk1"/>
              </a:buClr>
              <a:buSzPts val="1600"/>
              <a:buFont typeface="Hanken Grotesk SemiBold"/>
              <a:buNone/>
              <a:defRPr sz="1600">
                <a:solidFill>
                  <a:schemeClr val="dk1"/>
                </a:solidFill>
                <a:latin typeface="Hanken Grotesk SemiBold"/>
                <a:ea typeface="Hanken Grotesk SemiBold"/>
                <a:cs typeface="Hanken Grotesk SemiBold"/>
                <a:sym typeface="Hanken Grotesk SemiBold"/>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guide id="3" pos="28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21" Type="http://schemas.openxmlformats.org/officeDocument/2006/relationships/theme" Target="../theme/theme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anchorCtr="0" anchor="b" bIns="91425" lIns="0" spcFirstLastPara="1" rIns="0" wrap="square" tIns="91425">
            <a:normAutofit/>
          </a:bodyPr>
          <a:lstStyle>
            <a:lvl1pPr lvl="0">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1pPr>
            <a:lvl2pPr lvl="1">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2pPr>
            <a:lvl3pPr lvl="2">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3pPr>
            <a:lvl4pPr lvl="3">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4pPr>
            <a:lvl5pPr lvl="4">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5pPr>
            <a:lvl6pPr lvl="5">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6pPr>
            <a:lvl7pPr lvl="6">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7pPr>
            <a:lvl8pPr lvl="7">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8pPr>
            <a:lvl9pPr lvl="8">
              <a:lnSpc>
                <a:spcPct val="75000"/>
              </a:lnSpc>
              <a:spcBef>
                <a:spcPts val="0"/>
              </a:spcBef>
              <a:spcAft>
                <a:spcPts val="0"/>
              </a:spcAft>
              <a:buClr>
                <a:schemeClr val="dk1"/>
              </a:buClr>
              <a:buSzPts val="3000"/>
              <a:buFont typeface="Bodoni Moda ExtraBold"/>
              <a:buNone/>
              <a:defRPr sz="3000">
                <a:solidFill>
                  <a:schemeClr val="dk1"/>
                </a:solidFill>
                <a:latin typeface="Bodoni Moda ExtraBold"/>
                <a:ea typeface="Bodoni Moda ExtraBold"/>
                <a:cs typeface="Bodoni Moda ExtraBold"/>
                <a:sym typeface="Bodoni Moda ExtraBold"/>
              </a:defRPr>
            </a:lvl9pPr>
          </a:lstStyle>
          <a:p/>
        </p:txBody>
      </p:sp>
      <p:sp>
        <p:nvSpPr>
          <p:cNvPr id="52" name="Google Shape;52;p13"/>
          <p:cNvSpPr txBox="1"/>
          <p:nvPr>
            <p:ph idx="1" type="body"/>
          </p:nvPr>
        </p:nvSpPr>
        <p:spPr>
          <a:xfrm>
            <a:off x="457200" y="915600"/>
            <a:ext cx="5709600" cy="3653400"/>
          </a:xfrm>
          <a:prstGeom prst="rect">
            <a:avLst/>
          </a:prstGeom>
          <a:noFill/>
          <a:ln>
            <a:noFill/>
          </a:ln>
        </p:spPr>
        <p:txBody>
          <a:bodyPr anchorCtr="0" anchor="t" bIns="91425" lIns="91425" spcFirstLastPara="1" rIns="91425" wrap="square" tIns="91425">
            <a:normAutofit/>
          </a:bodyPr>
          <a:lstStyle>
            <a:lvl1pPr indent="-317500" lvl="0" marL="457200">
              <a:lnSpc>
                <a:spcPct val="100000"/>
              </a:lnSpc>
              <a:spcBef>
                <a:spcPts val="0"/>
              </a:spcBef>
              <a:spcAft>
                <a:spcPts val="0"/>
              </a:spcAft>
              <a:buClr>
                <a:schemeClr val="dk2"/>
              </a:buClr>
              <a:buSzPts val="1400"/>
              <a:buFont typeface="Georgia"/>
              <a:buChar char="•"/>
              <a:defRPr>
                <a:solidFill>
                  <a:schemeClr val="dk2"/>
                </a:solidFill>
                <a:latin typeface="Georgia"/>
                <a:ea typeface="Georgia"/>
                <a:cs typeface="Georgia"/>
                <a:sym typeface="Georgia"/>
              </a:defRPr>
            </a:lvl1pPr>
            <a:lvl2pPr indent="-317500" lvl="1" marL="9144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2pPr>
            <a:lvl3pPr indent="-317500" lvl="2" marL="13716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3pPr>
            <a:lvl4pPr indent="-317500" lvl="3" marL="18288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4pPr>
            <a:lvl5pPr indent="-317500" lvl="4" marL="22860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5pPr>
            <a:lvl6pPr indent="-317500" lvl="5" marL="27432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6pPr>
            <a:lvl7pPr indent="-317500" lvl="6" marL="32004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7pPr>
            <a:lvl8pPr indent="-317500" lvl="7" marL="3657600">
              <a:lnSpc>
                <a:spcPct val="100000"/>
              </a:lnSpc>
              <a:spcBef>
                <a:spcPts val="800"/>
              </a:spcBef>
              <a:spcAft>
                <a:spcPts val="0"/>
              </a:spcAft>
              <a:buClr>
                <a:schemeClr val="dk2"/>
              </a:buClr>
              <a:buSzPts val="1400"/>
              <a:buFont typeface="Georgia"/>
              <a:buChar char="•"/>
              <a:defRPr>
                <a:solidFill>
                  <a:schemeClr val="dk2"/>
                </a:solidFill>
                <a:latin typeface="Georgia"/>
                <a:ea typeface="Georgia"/>
                <a:cs typeface="Georgia"/>
                <a:sym typeface="Georgia"/>
              </a:defRPr>
            </a:lvl8pPr>
            <a:lvl9pPr indent="-317500" lvl="8" marL="4114800">
              <a:lnSpc>
                <a:spcPct val="100000"/>
              </a:lnSpc>
              <a:spcBef>
                <a:spcPts val="800"/>
              </a:spcBef>
              <a:spcAft>
                <a:spcPts val="800"/>
              </a:spcAft>
              <a:buClr>
                <a:schemeClr val="dk2"/>
              </a:buClr>
              <a:buSzPts val="1400"/>
              <a:buFont typeface="Georgia"/>
              <a:buChar char="•"/>
              <a:defRPr>
                <a:solidFill>
                  <a:schemeClr val="dk2"/>
                </a:solidFill>
                <a:latin typeface="Georgia"/>
                <a:ea typeface="Georgia"/>
                <a:cs typeface="Georgia"/>
                <a:sym typeface="Georgia"/>
              </a:defRPr>
            </a:lvl9pPr>
          </a:lstStyle>
          <a:p/>
        </p:txBody>
      </p:sp>
      <p:cxnSp>
        <p:nvCxnSpPr>
          <p:cNvPr id="53" name="Google Shape;53;p13"/>
          <p:cNvCxnSpPr/>
          <p:nvPr/>
        </p:nvCxnSpPr>
        <p:spPr>
          <a:xfrm>
            <a:off x="224675" y="224675"/>
            <a:ext cx="8694900" cy="0"/>
          </a:xfrm>
          <a:prstGeom prst="straightConnector1">
            <a:avLst/>
          </a:prstGeom>
          <a:noFill/>
          <a:ln cap="flat" cmpd="sng" w="9525">
            <a:solidFill>
              <a:schemeClr val="dk2"/>
            </a:solidFill>
            <a:prstDash val="solid"/>
            <a:round/>
            <a:headEnd len="med" w="med" type="none"/>
            <a:tailEnd len="med" w="med" type="none"/>
          </a:ln>
        </p:spPr>
      </p:cxnSp>
      <p:cxnSp>
        <p:nvCxnSpPr>
          <p:cNvPr id="54" name="Google Shape;54;p13"/>
          <p:cNvCxnSpPr/>
          <p:nvPr/>
        </p:nvCxnSpPr>
        <p:spPr>
          <a:xfrm>
            <a:off x="224675" y="4915825"/>
            <a:ext cx="8694900" cy="0"/>
          </a:xfrm>
          <a:prstGeom prst="straightConnector1">
            <a:avLst/>
          </a:prstGeom>
          <a:noFill/>
          <a:ln cap="flat" cmpd="sng" w="9525">
            <a:solidFill>
              <a:schemeClr val="dk2"/>
            </a:solidFill>
            <a:prstDash val="solid"/>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57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3.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23.png"/><Relationship Id="rId6"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8.png"/><Relationship Id="rId6"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3.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5" name="Shape 145"/>
        <p:cNvGrpSpPr/>
        <p:nvPr/>
      </p:nvGrpSpPr>
      <p:grpSpPr>
        <a:xfrm>
          <a:off x="0" y="0"/>
          <a:ext cx="0" cy="0"/>
          <a:chOff x="0" y="0"/>
          <a:chExt cx="0" cy="0"/>
        </a:xfrm>
      </p:grpSpPr>
      <p:sp>
        <p:nvSpPr>
          <p:cNvPr descr="presentation_title" id="146" name="Google Shape;146;p34"/>
          <p:cNvSpPr txBox="1"/>
          <p:nvPr>
            <p:ph type="ctrTitle"/>
          </p:nvPr>
        </p:nvSpPr>
        <p:spPr>
          <a:xfrm>
            <a:off x="570225" y="1545450"/>
            <a:ext cx="7659300" cy="20526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b="1" lang="en" sz="4500">
                <a:solidFill>
                  <a:schemeClr val="dk1"/>
                </a:solidFill>
                <a:latin typeface="Bodoni Moda"/>
                <a:ea typeface="Bodoni Moda"/>
                <a:cs typeface="Bodoni Moda"/>
                <a:sym typeface="Bodoni Moda"/>
              </a:rPr>
              <a:t>The Hyatt Regency Walkway Collapse: A Forensic &amp; Ethical Analysis</a:t>
            </a:r>
            <a:endParaRPr b="1" sz="4500">
              <a:solidFill>
                <a:schemeClr val="dk1"/>
              </a:solidFill>
              <a:latin typeface="Bodoni Moda"/>
              <a:ea typeface="Bodoni Moda"/>
              <a:cs typeface="Bodoni Moda"/>
              <a:sym typeface="Bodoni Moda"/>
            </a:endParaRPr>
          </a:p>
        </p:txBody>
      </p:sp>
      <p:sp>
        <p:nvSpPr>
          <p:cNvPr descr="date" id="147" name="Google Shape;147;p34"/>
          <p:cNvSpPr txBox="1"/>
          <p:nvPr>
            <p:ph idx="2" type="subTitle"/>
          </p:nvPr>
        </p:nvSpPr>
        <p:spPr>
          <a:xfrm>
            <a:off x="683250" y="915600"/>
            <a:ext cx="5025000" cy="451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February 27, 2026</a:t>
            </a:r>
            <a:endParaRPr b="1" sz="1000">
              <a:solidFill>
                <a:schemeClr val="accent1"/>
              </a:solidFill>
              <a:latin typeface="Noto Sans"/>
              <a:ea typeface="Noto Sans"/>
              <a:cs typeface="Noto Sans"/>
              <a:sym typeface="Noto Sans"/>
            </a:endParaRPr>
          </a:p>
        </p:txBody>
      </p:sp>
      <p:sp>
        <p:nvSpPr>
          <p:cNvPr id="148" name="Google Shape;148;p34"/>
          <p:cNvSpPr/>
          <p:nvPr/>
        </p:nvSpPr>
        <p:spPr>
          <a:xfrm>
            <a:off x="570225" y="11710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descr="presentation_subtitle" id="149" name="Google Shape;149;p34"/>
          <p:cNvSpPr txBox="1"/>
          <p:nvPr/>
        </p:nvSpPr>
        <p:spPr>
          <a:xfrm>
            <a:off x="570225" y="3598050"/>
            <a:ext cx="5269200" cy="973800"/>
          </a:xfrm>
          <a:prstGeom prst="rect">
            <a:avLst/>
          </a:prstGeom>
          <a:noFill/>
          <a:ln>
            <a:noFill/>
          </a:ln>
        </p:spPr>
        <p:txBody>
          <a:bodyPr anchorCtr="0" anchor="t" bIns="91425" lIns="0" spcFirstLastPara="1" rIns="91425" wrap="square" tIns="91425">
            <a:noAutofit/>
          </a:bodyPr>
          <a:lstStyle/>
          <a:p>
            <a:pPr indent="0" lvl="0" marL="0" rtl="0" algn="l">
              <a:lnSpc>
                <a:spcPct val="150000"/>
              </a:lnSpc>
              <a:spcBef>
                <a:spcPts val="0"/>
              </a:spcBef>
              <a:spcAft>
                <a:spcPts val="800"/>
              </a:spcAft>
              <a:buNone/>
            </a:pPr>
            <a:r>
              <a:rPr lang="en" sz="1200">
                <a:solidFill>
                  <a:schemeClr val="dk1"/>
                </a:solidFill>
                <a:latin typeface="Georgia"/>
                <a:ea typeface="Georgia"/>
                <a:cs typeface="Georgia"/>
                <a:sym typeface="Georgia"/>
              </a:rPr>
              <a:t>Date: July 17, 1981 | Impact: 114 Fatalities, 216 Severe Injuries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3" name="Shape 153"/>
        <p:cNvGrpSpPr/>
        <p:nvPr/>
      </p:nvGrpSpPr>
      <p:grpSpPr>
        <a:xfrm>
          <a:off x="0" y="0"/>
          <a:ext cx="0" cy="0"/>
          <a:chOff x="0" y="0"/>
          <a:chExt cx="0" cy="0"/>
        </a:xfrm>
      </p:grpSpPr>
      <p:sp>
        <p:nvSpPr>
          <p:cNvPr descr="title" id="154" name="Google Shape;154;p35"/>
          <p:cNvSpPr txBox="1"/>
          <p:nvPr>
            <p:ph idx="1" type="body"/>
          </p:nvPr>
        </p:nvSpPr>
        <p:spPr>
          <a:xfrm>
            <a:off x="276225" y="342900"/>
            <a:ext cx="8601000" cy="396600"/>
          </a:xfrm>
          <a:prstGeom prst="rect">
            <a:avLst/>
          </a:prstGeom>
        </p:spPr>
        <p:txBody>
          <a:bodyPr anchorCtr="0" anchor="t" bIns="91425" lIns="0" spcFirstLastPara="1" rIns="0" wrap="square" tIns="91425">
            <a:noAutofit/>
          </a:bodyPr>
          <a:lstStyle/>
          <a:p>
            <a:pPr indent="0" lvl="0" marL="0" rtl="0" algn="l">
              <a:spcBef>
                <a:spcPts val="0"/>
              </a:spcBef>
              <a:spcAft>
                <a:spcPts val="800"/>
              </a:spcAft>
              <a:buNone/>
            </a:pPr>
            <a:r>
              <a:rPr i="1" lang="en" sz="2000">
                <a:solidFill>
                  <a:schemeClr val="dk1"/>
                </a:solidFill>
                <a:latin typeface="Bodoni Moda"/>
                <a:ea typeface="Bodoni Moda"/>
                <a:cs typeface="Bodoni Moda"/>
                <a:sym typeface="Bodoni Moda"/>
              </a:rPr>
              <a:t>Agenda</a:t>
            </a:r>
            <a:endParaRPr b="1" i="1" sz="2000">
              <a:solidFill>
                <a:schemeClr val="dk1"/>
              </a:solidFill>
              <a:latin typeface="Bodoni Moda"/>
              <a:ea typeface="Bodoni Moda"/>
              <a:cs typeface="Bodoni Moda"/>
              <a:sym typeface="Bodoni Moda"/>
            </a:endParaRPr>
          </a:p>
        </p:txBody>
      </p:sp>
      <p:sp>
        <p:nvSpPr>
          <p:cNvPr descr="agenda_0" id="155" name="Google Shape;155;p35"/>
          <p:cNvSpPr txBox="1"/>
          <p:nvPr/>
        </p:nvSpPr>
        <p:spPr>
          <a:xfrm>
            <a:off x="348525" y="915599"/>
            <a:ext cx="4220400" cy="3884700"/>
          </a:xfrm>
          <a:prstGeom prst="rect">
            <a:avLst/>
          </a:prstGeom>
          <a:noFill/>
          <a:ln>
            <a:noFill/>
          </a:ln>
        </p:spPr>
        <p:txBody>
          <a:bodyPr anchorCtr="0" anchor="ctr" bIns="0" lIns="0" spcFirstLastPara="1" rIns="91425" wrap="square" tIns="91425">
            <a:noAutofit/>
          </a:bodyPr>
          <a:lstStyle/>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Catastrophic Paradigm</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System Incentives</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Original Rod Design</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Fatal Modification</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Mechanical Failure</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Forensic Data</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Procedural Breakdown</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Legal Accountability</a:t>
            </a:r>
            <a:endParaRPr sz="1200">
              <a:solidFill>
                <a:schemeClr val="dk1"/>
              </a:solidFill>
              <a:latin typeface="Georgia"/>
              <a:ea typeface="Georgia"/>
              <a:cs typeface="Georgia"/>
              <a:sym typeface="Georgia"/>
            </a:endParaRPr>
          </a:p>
          <a:p>
            <a:pPr indent="-190500" lvl="0" marL="0" rtl="0" algn="l">
              <a:lnSpc>
                <a:spcPct val="150000"/>
              </a:lnSpc>
              <a:spcBef>
                <a:spcPts val="0"/>
              </a:spcBef>
              <a:spcAft>
                <a:spcPts val="0"/>
              </a:spcAft>
              <a:buClr>
                <a:schemeClr val="dk1"/>
              </a:buClr>
              <a:buSzPts val="1200"/>
              <a:buFont typeface="Georgia"/>
              <a:buChar char="•"/>
            </a:pPr>
            <a:r>
              <a:rPr lang="en" sz="1200">
                <a:solidFill>
                  <a:schemeClr val="dk1"/>
                </a:solidFill>
                <a:latin typeface="Georgia"/>
                <a:ea typeface="Georgia"/>
                <a:cs typeface="Georgia"/>
                <a:sym typeface="Georgia"/>
              </a:rPr>
              <a:t>Ethical Legacy</a:t>
            </a:r>
            <a:endParaRPr sz="1200">
              <a:solidFill>
                <a:schemeClr val="dk1"/>
              </a:solidFill>
              <a:latin typeface="Georgia"/>
              <a:ea typeface="Georgia"/>
              <a:cs typeface="Georgia"/>
              <a:sym typeface="Georgia"/>
            </a:endParaRPr>
          </a:p>
        </p:txBody>
      </p:sp>
      <p:sp>
        <p:nvSpPr>
          <p:cNvPr id="156" name="Google Shape;156;p35"/>
          <p:cNvSpPr/>
          <p:nvPr/>
        </p:nvSpPr>
        <p:spPr>
          <a:xfrm>
            <a:off x="236800" y="312300"/>
            <a:ext cx="81600" cy="8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sp>
        <p:nvSpPr>
          <p:cNvPr descr="header_0" id="161" name="Google Shape;161;p36"/>
          <p:cNvSpPr txBox="1"/>
          <p:nvPr/>
        </p:nvSpPr>
        <p:spPr>
          <a:xfrm>
            <a:off x="348525"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Key Stakeholders</a:t>
            </a:r>
            <a:endParaRPr b="1" sz="1200">
              <a:solidFill>
                <a:schemeClr val="dk1"/>
              </a:solidFill>
              <a:latin typeface="Georgia"/>
              <a:ea typeface="Georgia"/>
              <a:cs typeface="Georgia"/>
              <a:sym typeface="Georgia"/>
            </a:endParaRPr>
          </a:p>
        </p:txBody>
      </p:sp>
      <p:sp>
        <p:nvSpPr>
          <p:cNvPr descr="header_1" id="162" name="Google Shape;162;p36"/>
          <p:cNvSpPr txBox="1"/>
          <p:nvPr/>
        </p:nvSpPr>
        <p:spPr>
          <a:xfrm>
            <a:off x="2472428"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Fast-Track Incentive Structure</a:t>
            </a:r>
            <a:endParaRPr b="1" sz="1200">
              <a:solidFill>
                <a:schemeClr val="dk1"/>
              </a:solidFill>
              <a:latin typeface="Georgia"/>
              <a:ea typeface="Georgia"/>
              <a:cs typeface="Georgia"/>
              <a:sym typeface="Georgia"/>
            </a:endParaRPr>
          </a:p>
        </p:txBody>
      </p:sp>
      <p:sp>
        <p:nvSpPr>
          <p:cNvPr descr="header_2" id="163" name="Google Shape;163;p36"/>
          <p:cNvSpPr txBox="1"/>
          <p:nvPr/>
        </p:nvSpPr>
        <p:spPr>
          <a:xfrm>
            <a:off x="4596331"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Ignored Precedents</a:t>
            </a:r>
            <a:endParaRPr b="1" sz="1200">
              <a:solidFill>
                <a:schemeClr val="dk1"/>
              </a:solidFill>
              <a:latin typeface="Georgia"/>
              <a:ea typeface="Georgia"/>
              <a:cs typeface="Georgia"/>
              <a:sym typeface="Georgia"/>
            </a:endParaRPr>
          </a:p>
        </p:txBody>
      </p:sp>
      <p:sp>
        <p:nvSpPr>
          <p:cNvPr descr="header_3" id="164" name="Google Shape;164;p36"/>
          <p:cNvSpPr txBox="1"/>
          <p:nvPr/>
        </p:nvSpPr>
        <p:spPr>
          <a:xfrm>
            <a:off x="6720250"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Risk Amplification</a:t>
            </a:r>
            <a:endParaRPr b="1" sz="1200">
              <a:solidFill>
                <a:schemeClr val="dk1"/>
              </a:solidFill>
              <a:latin typeface="Georgia"/>
              <a:ea typeface="Georgia"/>
              <a:cs typeface="Georgia"/>
              <a:sym typeface="Georgia"/>
            </a:endParaRPr>
          </a:p>
        </p:txBody>
      </p:sp>
      <p:sp>
        <p:nvSpPr>
          <p:cNvPr descr="detail_0" id="165" name="Google Shape;165;p36"/>
          <p:cNvSpPr txBox="1"/>
          <p:nvPr/>
        </p:nvSpPr>
        <p:spPr>
          <a:xfrm>
            <a:off x="345575"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2000"/>
              </a:spcAft>
              <a:buNone/>
            </a:pPr>
            <a:r>
              <a:rPr lang="en" sz="1000">
                <a:solidFill>
                  <a:schemeClr val="dk1"/>
                </a:solidFill>
                <a:latin typeface="Georgia"/>
                <a:ea typeface="Georgia"/>
                <a:cs typeface="Georgia"/>
                <a:sym typeface="Georgia"/>
              </a:rPr>
              <a:t>Owner: Crown Center; Architect: PBNDML; Engineer of Record: G.C.E. International; Fabricator: Havens Steel. Each played distinct roles but lacked integrated communication.</a:t>
            </a:r>
            <a:endParaRPr sz="1000">
              <a:solidFill>
                <a:schemeClr val="dk1"/>
              </a:solidFill>
              <a:latin typeface="Georgia"/>
              <a:ea typeface="Georgia"/>
              <a:cs typeface="Georgia"/>
              <a:sym typeface="Georgia"/>
            </a:endParaRPr>
          </a:p>
        </p:txBody>
      </p:sp>
      <p:sp>
        <p:nvSpPr>
          <p:cNvPr descr="detail_1" id="166" name="Google Shape;166;p36"/>
          <p:cNvSpPr txBox="1"/>
          <p:nvPr/>
        </p:nvSpPr>
        <p:spPr>
          <a:xfrm>
            <a:off x="2469486"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Adopted to minimize financing costs by overlapping design and construction phases, accelerating project delivery but reducing time for thorough reviews.</a:t>
            </a:r>
            <a:endParaRPr sz="1000">
              <a:solidFill>
                <a:schemeClr val="dk1"/>
              </a:solidFill>
              <a:latin typeface="Georgia"/>
              <a:ea typeface="Georgia"/>
              <a:cs typeface="Georgia"/>
              <a:sym typeface="Georgia"/>
            </a:endParaRPr>
          </a:p>
        </p:txBody>
      </p:sp>
      <p:sp>
        <p:nvSpPr>
          <p:cNvPr descr="detail_2" id="167" name="Google Shape;167;p36"/>
          <p:cNvSpPr txBox="1"/>
          <p:nvPr/>
        </p:nvSpPr>
        <p:spPr>
          <a:xfrm>
            <a:off x="4593397"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Prior 1979 Kemper Arena roof collapse warned of risks, yet the owner denied funding for on-site quality control inspection to save costs.</a:t>
            </a:r>
            <a:endParaRPr sz="1000">
              <a:solidFill>
                <a:schemeClr val="dk1"/>
              </a:solidFill>
              <a:latin typeface="Georgia"/>
              <a:ea typeface="Georgia"/>
              <a:cs typeface="Georgia"/>
              <a:sym typeface="Georgia"/>
            </a:endParaRPr>
          </a:p>
        </p:txBody>
      </p:sp>
      <p:sp>
        <p:nvSpPr>
          <p:cNvPr descr="detail_3" id="168" name="Google Shape;168;p36"/>
          <p:cNvSpPr txBox="1"/>
          <p:nvPr/>
        </p:nvSpPr>
        <p:spPr>
          <a:xfrm>
            <a:off x="6717325"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Compressed timelines and denied inspections created a perilous environment where design modifications were rushed and miscommunications proliferated.</a:t>
            </a:r>
            <a:endParaRPr sz="1000">
              <a:solidFill>
                <a:schemeClr val="dk1"/>
              </a:solidFill>
              <a:latin typeface="Georgia"/>
              <a:ea typeface="Georgia"/>
              <a:cs typeface="Georgia"/>
              <a:sym typeface="Georgia"/>
            </a:endParaRPr>
          </a:p>
        </p:txBody>
      </p:sp>
      <p:sp>
        <p:nvSpPr>
          <p:cNvPr descr="title" id="169" name="Google Shape;169;p36"/>
          <p:cNvSpPr txBox="1"/>
          <p:nvPr>
            <p:ph type="title"/>
          </p:nvPr>
        </p:nvSpPr>
        <p:spPr>
          <a:xfrm>
            <a:off x="348600" y="521275"/>
            <a:ext cx="8334300" cy="572700"/>
          </a:xfrm>
          <a:prstGeom prst="rect">
            <a:avLst/>
          </a:prstGeom>
        </p:spPr>
        <p:txBody>
          <a:bodyPr anchorCtr="0" anchor="ctr" bIns="91425" lIns="0" spcFirstLastPara="1" rIns="0" wrap="square" tIns="91425">
            <a:noAutofit/>
          </a:bodyPr>
          <a:lstStyle/>
          <a:p>
            <a:pPr indent="0" lvl="0" marL="0" rtl="0" algn="l">
              <a:spcBef>
                <a:spcPts val="0"/>
              </a:spcBef>
              <a:spcAft>
                <a:spcPts val="0"/>
              </a:spcAft>
              <a:buSzPts val="990"/>
              <a:buNone/>
            </a:pPr>
            <a:r>
              <a:rPr b="1" lang="en">
                <a:latin typeface="Bodoni Moda"/>
                <a:ea typeface="Bodoni Moda"/>
                <a:cs typeface="Bodoni Moda"/>
                <a:sym typeface="Bodoni Moda"/>
              </a:rPr>
              <a:t>Project Architecture &amp; The Fast-Track Trade-off</a:t>
            </a:r>
            <a:endParaRPr b="1" sz="2400">
              <a:solidFill>
                <a:schemeClr val="dk1"/>
              </a:solidFill>
              <a:latin typeface="Bodoni Moda"/>
              <a:ea typeface="Bodoni Moda"/>
              <a:cs typeface="Bodoni Moda"/>
              <a:sym typeface="Bodoni Moda"/>
            </a:endParaRPr>
          </a:p>
        </p:txBody>
      </p:sp>
      <p:sp>
        <p:nvSpPr>
          <p:cNvPr descr="chapter" id="170" name="Google Shape;170;p36"/>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Project Context</a:t>
            </a:r>
            <a:endParaRPr b="1" sz="1000">
              <a:solidFill>
                <a:schemeClr val="accent1"/>
              </a:solidFill>
              <a:latin typeface="Noto Sans"/>
              <a:ea typeface="Noto Sans"/>
              <a:cs typeface="Noto Sans"/>
              <a:sym typeface="Noto Sans"/>
            </a:endParaRPr>
          </a:p>
        </p:txBody>
      </p:sp>
      <p:pic>
        <p:nvPicPr>
          <p:cNvPr id="171" name="Google Shape;171;p36"/>
          <p:cNvPicPr preferRelativeResize="0"/>
          <p:nvPr/>
        </p:nvPicPr>
        <p:blipFill>
          <a:blip r:embed="rId3">
            <a:alphaModFix/>
          </a:blip>
          <a:stretch>
            <a:fillRect/>
          </a:stretch>
        </p:blipFill>
        <p:spPr>
          <a:xfrm>
            <a:off x="345563"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172" name="Google Shape;172;p36"/>
          <p:cNvPicPr preferRelativeResize="0"/>
          <p:nvPr/>
        </p:nvPicPr>
        <p:blipFill>
          <a:blip r:embed="rId4">
            <a:alphaModFix/>
          </a:blip>
          <a:stretch>
            <a:fillRect/>
          </a:stretch>
        </p:blipFill>
        <p:spPr>
          <a:xfrm>
            <a:off x="2469388"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173" name="Google Shape;173;p36"/>
          <p:cNvPicPr preferRelativeResize="0"/>
          <p:nvPr/>
        </p:nvPicPr>
        <p:blipFill>
          <a:blip r:embed="rId5">
            <a:alphaModFix/>
          </a:blip>
          <a:stretch>
            <a:fillRect/>
          </a:stretch>
        </p:blipFill>
        <p:spPr>
          <a:xfrm>
            <a:off x="4593213"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174" name="Google Shape;174;p36"/>
          <p:cNvPicPr preferRelativeResize="0"/>
          <p:nvPr/>
        </p:nvPicPr>
        <p:blipFill>
          <a:blip r:embed="rId6">
            <a:alphaModFix/>
          </a:blip>
          <a:stretch>
            <a:fillRect/>
          </a:stretch>
        </p:blipFill>
        <p:spPr>
          <a:xfrm>
            <a:off x="6717038" y="1365050"/>
            <a:ext cx="201168" cy="201168"/>
          </a:xfrm>
          <a:prstGeom prst="rect">
            <a:avLst/>
          </a:prstGeom>
          <a:noFill/>
          <a:ln cap="flat" cmpd="sng" w="9525">
            <a:solidFill>
              <a:srgbClr val="D60202">
                <a:alpha val="0"/>
              </a:srgbClr>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8" name="Shape 178"/>
        <p:cNvGrpSpPr/>
        <p:nvPr/>
      </p:nvGrpSpPr>
      <p:grpSpPr>
        <a:xfrm>
          <a:off x="0" y="0"/>
          <a:ext cx="0" cy="0"/>
          <a:chOff x="0" y="0"/>
          <a:chExt cx="0" cy="0"/>
        </a:xfrm>
      </p:grpSpPr>
      <p:sp>
        <p:nvSpPr>
          <p:cNvPr descr="header_0" id="179" name="Google Shape;179;p37"/>
          <p:cNvSpPr txBox="1"/>
          <p:nvPr>
            <p:ph idx="4294967295" type="subTitle"/>
          </p:nvPr>
        </p:nvSpPr>
        <p:spPr>
          <a:xfrm>
            <a:off x="34467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Architecture</a:t>
            </a:r>
            <a:endParaRPr b="1" sz="1200">
              <a:solidFill>
                <a:schemeClr val="dk1"/>
              </a:solidFill>
            </a:endParaRPr>
          </a:p>
        </p:txBody>
      </p:sp>
      <p:sp>
        <p:nvSpPr>
          <p:cNvPr descr="header_1" id="180" name="Google Shape;180;p37"/>
          <p:cNvSpPr txBox="1"/>
          <p:nvPr>
            <p:ph idx="4294967295" type="subTitle"/>
          </p:nvPr>
        </p:nvSpPr>
        <p:spPr>
          <a:xfrm>
            <a:off x="3261009"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Load Path</a:t>
            </a:r>
            <a:endParaRPr b="1" sz="1200">
              <a:solidFill>
                <a:schemeClr val="dk1"/>
              </a:solidFill>
            </a:endParaRPr>
          </a:p>
        </p:txBody>
      </p:sp>
      <p:sp>
        <p:nvSpPr>
          <p:cNvPr descr="header_2" id="181" name="Google Shape;181;p37"/>
          <p:cNvSpPr txBox="1"/>
          <p:nvPr>
            <p:ph idx="4294967295" type="subTitle"/>
          </p:nvPr>
        </p:nvSpPr>
        <p:spPr>
          <a:xfrm>
            <a:off x="617732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Structural Reality</a:t>
            </a:r>
            <a:endParaRPr b="1" sz="1200">
              <a:solidFill>
                <a:schemeClr val="dk1"/>
              </a:solidFill>
            </a:endParaRPr>
          </a:p>
        </p:txBody>
      </p:sp>
      <p:sp>
        <p:nvSpPr>
          <p:cNvPr descr="detail_0" id="182" name="Google Shape;182;p37"/>
          <p:cNvSpPr txBox="1"/>
          <p:nvPr>
            <p:ph idx="1" type="body"/>
          </p:nvPr>
        </p:nvSpPr>
        <p:spPr>
          <a:xfrm>
            <a:off x="348525"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Six continuous 1.25-inch threaded steel hanger rods were designed to suspend the walkways from the ceiling through the fourth-floor beams down to the second floor.</a:t>
            </a:r>
            <a:endParaRPr sz="1000">
              <a:solidFill>
                <a:schemeClr val="dk1"/>
              </a:solidFill>
            </a:endParaRPr>
          </a:p>
        </p:txBody>
      </p:sp>
      <p:sp>
        <p:nvSpPr>
          <p:cNvPr descr="detail_1" id="183" name="Google Shape;183;p37"/>
          <p:cNvSpPr txBox="1"/>
          <p:nvPr>
            <p:ph idx="1" type="body"/>
          </p:nvPr>
        </p:nvSpPr>
        <p:spPr>
          <a:xfrm>
            <a:off x="32648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The rods passed directly through the fourth-floor box beams and terminated at the second floor, creating a continuous suspension system for both walkways.</a:t>
            </a:r>
            <a:endParaRPr sz="1000">
              <a:solidFill>
                <a:schemeClr val="dk1"/>
              </a:solidFill>
            </a:endParaRPr>
          </a:p>
        </p:txBody>
      </p:sp>
      <p:sp>
        <p:nvSpPr>
          <p:cNvPr descr="detail_2" id="184" name="Google Shape;184;p37"/>
          <p:cNvSpPr txBox="1"/>
          <p:nvPr>
            <p:ph idx="1" type="body"/>
          </p:nvPr>
        </p:nvSpPr>
        <p:spPr>
          <a:xfrm>
            <a:off x="61811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The fourth-floor connection carried only its own dead and live loads independently; forensic analysis showed this design met roughly 60% of the Kansas City Building Code capacity.</a:t>
            </a:r>
            <a:endParaRPr sz="1000">
              <a:solidFill>
                <a:schemeClr val="dk1"/>
              </a:solidFill>
            </a:endParaRPr>
          </a:p>
        </p:txBody>
      </p:sp>
      <p:sp>
        <p:nvSpPr>
          <p:cNvPr descr="title" id="185" name="Google Shape;185;p37"/>
          <p:cNvSpPr txBox="1"/>
          <p:nvPr>
            <p:ph type="title"/>
          </p:nvPr>
        </p:nvSpPr>
        <p:spPr>
          <a:xfrm>
            <a:off x="348600" y="521275"/>
            <a:ext cx="8334300" cy="572700"/>
          </a:xfrm>
          <a:prstGeom prst="rect">
            <a:avLst/>
          </a:prstGeom>
        </p:spPr>
        <p:txBody>
          <a:bodyPr anchorCtr="0" anchor="b" bIns="91425" lIns="0" spcFirstLastPara="1" rIns="0" wrap="square" tIns="91425">
            <a:noAutofit/>
          </a:bodyPr>
          <a:lstStyle/>
          <a:p>
            <a:pPr indent="0" lvl="0" marL="0" rtl="0" algn="l">
              <a:spcBef>
                <a:spcPts val="0"/>
              </a:spcBef>
              <a:spcAft>
                <a:spcPts val="0"/>
              </a:spcAft>
              <a:buSzPts val="990"/>
              <a:buNone/>
            </a:pPr>
            <a:r>
              <a:rPr b="1" lang="en" sz="2400">
                <a:latin typeface="Bodoni Moda"/>
                <a:ea typeface="Bodoni Moda"/>
                <a:cs typeface="Bodoni Moda"/>
                <a:sym typeface="Bodoni Moda"/>
              </a:rPr>
              <a:t>Original Continuous-Rod Design</a:t>
            </a:r>
            <a:endParaRPr b="1" sz="2400">
              <a:solidFill>
                <a:schemeClr val="dk1"/>
              </a:solidFill>
              <a:latin typeface="Bodoni Moda"/>
              <a:ea typeface="Bodoni Moda"/>
              <a:cs typeface="Bodoni Moda"/>
              <a:sym typeface="Bodoni Moda"/>
            </a:endParaRPr>
          </a:p>
        </p:txBody>
      </p:sp>
      <p:sp>
        <p:nvSpPr>
          <p:cNvPr descr="chapter" id="186" name="Google Shape;186;p37"/>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Baseline Design</a:t>
            </a:r>
            <a:endParaRPr b="1" sz="1000">
              <a:solidFill>
                <a:schemeClr val="accent1"/>
              </a:solidFill>
              <a:latin typeface="Noto Sans"/>
              <a:ea typeface="Noto Sans"/>
              <a:cs typeface="Noto Sans"/>
              <a:sym typeface="Noto Sans"/>
            </a:endParaRPr>
          </a:p>
        </p:txBody>
      </p:sp>
      <p:pic>
        <p:nvPicPr>
          <p:cNvPr id="187" name="Google Shape;187;p37"/>
          <p:cNvPicPr preferRelativeResize="0"/>
          <p:nvPr/>
        </p:nvPicPr>
        <p:blipFill>
          <a:blip r:embed="rId3">
            <a:alphaModFix/>
          </a:blip>
          <a:stretch>
            <a:fillRect/>
          </a:stretch>
        </p:blipFill>
        <p:spPr>
          <a:xfrm>
            <a:off x="348588"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188" name="Google Shape;188;p37"/>
          <p:cNvPicPr preferRelativeResize="0"/>
          <p:nvPr/>
        </p:nvPicPr>
        <p:blipFill>
          <a:blip r:embed="rId4">
            <a:alphaModFix/>
          </a:blip>
          <a:stretch>
            <a:fillRect/>
          </a:stretch>
        </p:blipFill>
        <p:spPr>
          <a:xfrm>
            <a:off x="3258937"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189" name="Google Shape;189;p37"/>
          <p:cNvPicPr preferRelativeResize="0"/>
          <p:nvPr/>
        </p:nvPicPr>
        <p:blipFill>
          <a:blip r:embed="rId5">
            <a:alphaModFix/>
          </a:blip>
          <a:stretch>
            <a:fillRect/>
          </a:stretch>
        </p:blipFill>
        <p:spPr>
          <a:xfrm>
            <a:off x="6169288" y="1486275"/>
            <a:ext cx="201168" cy="201168"/>
          </a:xfrm>
          <a:prstGeom prst="rect">
            <a:avLst/>
          </a:prstGeom>
          <a:noFill/>
          <a:ln cap="flat" cmpd="sng" w="9525">
            <a:solidFill>
              <a:srgbClr val="776471">
                <a:alpha val="0"/>
              </a:srgbClr>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sp>
        <p:nvSpPr>
          <p:cNvPr descr="header_0" id="194" name="Google Shape;194;p38"/>
          <p:cNvSpPr txBox="1"/>
          <p:nvPr>
            <p:ph idx="4294967295" type="subTitle"/>
          </p:nvPr>
        </p:nvSpPr>
        <p:spPr>
          <a:xfrm>
            <a:off x="34467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Constructability Challenge</a:t>
            </a:r>
            <a:endParaRPr b="1" sz="1200">
              <a:solidFill>
                <a:schemeClr val="dk1"/>
              </a:solidFill>
            </a:endParaRPr>
          </a:p>
        </p:txBody>
      </p:sp>
      <p:sp>
        <p:nvSpPr>
          <p:cNvPr descr="header_1" id="195" name="Google Shape;195;p38"/>
          <p:cNvSpPr txBox="1"/>
          <p:nvPr>
            <p:ph idx="4294967295" type="subTitle"/>
          </p:nvPr>
        </p:nvSpPr>
        <p:spPr>
          <a:xfrm>
            <a:off x="3261009"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Proposed Modification</a:t>
            </a:r>
            <a:endParaRPr b="1" sz="1200">
              <a:solidFill>
                <a:schemeClr val="dk1"/>
              </a:solidFill>
            </a:endParaRPr>
          </a:p>
        </p:txBody>
      </p:sp>
      <p:sp>
        <p:nvSpPr>
          <p:cNvPr descr="header_2" id="196" name="Google Shape;196;p38"/>
          <p:cNvSpPr txBox="1"/>
          <p:nvPr>
            <p:ph idx="4294967295" type="subTitle"/>
          </p:nvPr>
        </p:nvSpPr>
        <p:spPr>
          <a:xfrm>
            <a:off x="617732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Resulting Load Path Change</a:t>
            </a:r>
            <a:endParaRPr b="1" sz="1200">
              <a:solidFill>
                <a:schemeClr val="dk1"/>
              </a:solidFill>
            </a:endParaRPr>
          </a:p>
        </p:txBody>
      </p:sp>
      <p:sp>
        <p:nvSpPr>
          <p:cNvPr descr="detail_0" id="197" name="Google Shape;197;p38"/>
          <p:cNvSpPr txBox="1"/>
          <p:nvPr>
            <p:ph idx="1" type="body"/>
          </p:nvPr>
        </p:nvSpPr>
        <p:spPr>
          <a:xfrm>
            <a:off x="348525"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Threading nuts along a continuous 30-foot rod was impractical and risked damaging threads, complicating assembly and increasing construction time.</a:t>
            </a:r>
            <a:endParaRPr sz="1000">
              <a:solidFill>
                <a:schemeClr val="dk1"/>
              </a:solidFill>
            </a:endParaRPr>
          </a:p>
        </p:txBody>
      </p:sp>
      <p:sp>
        <p:nvSpPr>
          <p:cNvPr descr="detail_1" id="198" name="Google Shape;198;p38"/>
          <p:cNvSpPr txBox="1"/>
          <p:nvPr>
            <p:ph idx="1" type="body"/>
          </p:nvPr>
        </p:nvSpPr>
        <p:spPr>
          <a:xfrm>
            <a:off x="32648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Havens Steel proposed segmenting the rod into two separate rods: one suspending the fourth-floor walkway from the ceiling, the other suspending the second-floor walkway from the fourth floor.</a:t>
            </a:r>
            <a:endParaRPr sz="1000">
              <a:solidFill>
                <a:schemeClr val="dk1"/>
              </a:solidFill>
            </a:endParaRPr>
          </a:p>
        </p:txBody>
      </p:sp>
      <p:sp>
        <p:nvSpPr>
          <p:cNvPr descr="detail_2" id="199" name="Google Shape;199;p38"/>
          <p:cNvSpPr txBox="1"/>
          <p:nvPr>
            <p:ph idx="1" type="body"/>
          </p:nvPr>
        </p:nvSpPr>
        <p:spPr>
          <a:xfrm>
            <a:off x="61811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This modification severed the continuous rod, causing the fourth-floor beam to bear both walkways' weight, effectively doubling the load and concentrating stress at a critical weld.</a:t>
            </a:r>
            <a:endParaRPr sz="1000">
              <a:solidFill>
                <a:schemeClr val="dk1"/>
              </a:solidFill>
            </a:endParaRPr>
          </a:p>
        </p:txBody>
      </p:sp>
      <p:sp>
        <p:nvSpPr>
          <p:cNvPr descr="title" id="200" name="Google Shape;200;p38"/>
          <p:cNvSpPr txBox="1"/>
          <p:nvPr>
            <p:ph type="title"/>
          </p:nvPr>
        </p:nvSpPr>
        <p:spPr>
          <a:xfrm>
            <a:off x="348600" y="521275"/>
            <a:ext cx="8334300" cy="572700"/>
          </a:xfrm>
          <a:prstGeom prst="rect">
            <a:avLst/>
          </a:prstGeom>
        </p:spPr>
        <p:txBody>
          <a:bodyPr anchorCtr="0" anchor="b" bIns="91425" lIns="0" spcFirstLastPara="1" rIns="0" wrap="square" tIns="91425">
            <a:noAutofit/>
          </a:bodyPr>
          <a:lstStyle/>
          <a:p>
            <a:pPr indent="0" lvl="0" marL="0" rtl="0" algn="l">
              <a:spcBef>
                <a:spcPts val="0"/>
              </a:spcBef>
              <a:spcAft>
                <a:spcPts val="0"/>
              </a:spcAft>
              <a:buSzPts val="990"/>
              <a:buNone/>
            </a:pPr>
            <a:r>
              <a:rPr b="1" lang="en" sz="2400">
                <a:latin typeface="Bodoni Moda"/>
                <a:ea typeface="Bodoni Moda"/>
                <a:cs typeface="Bodoni Moda"/>
                <a:sym typeface="Bodoni Moda"/>
              </a:rPr>
              <a:t>The Double-Rod System Modification</a:t>
            </a:r>
            <a:endParaRPr b="1" sz="2400">
              <a:solidFill>
                <a:schemeClr val="dk1"/>
              </a:solidFill>
              <a:latin typeface="Bodoni Moda"/>
              <a:ea typeface="Bodoni Moda"/>
              <a:cs typeface="Bodoni Moda"/>
              <a:sym typeface="Bodoni Moda"/>
            </a:endParaRPr>
          </a:p>
        </p:txBody>
      </p:sp>
      <p:sp>
        <p:nvSpPr>
          <p:cNvPr descr="chapter" id="201" name="Google Shape;201;p38"/>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Constructability</a:t>
            </a:r>
            <a:endParaRPr b="1" sz="1000">
              <a:solidFill>
                <a:schemeClr val="accent1"/>
              </a:solidFill>
              <a:latin typeface="Noto Sans"/>
              <a:ea typeface="Noto Sans"/>
              <a:cs typeface="Noto Sans"/>
              <a:sym typeface="Noto Sans"/>
            </a:endParaRPr>
          </a:p>
        </p:txBody>
      </p:sp>
      <p:pic>
        <p:nvPicPr>
          <p:cNvPr id="202" name="Google Shape;202;p38"/>
          <p:cNvPicPr preferRelativeResize="0"/>
          <p:nvPr/>
        </p:nvPicPr>
        <p:blipFill>
          <a:blip r:embed="rId3">
            <a:alphaModFix/>
          </a:blip>
          <a:stretch>
            <a:fillRect/>
          </a:stretch>
        </p:blipFill>
        <p:spPr>
          <a:xfrm>
            <a:off x="348588"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03" name="Google Shape;203;p38"/>
          <p:cNvPicPr preferRelativeResize="0"/>
          <p:nvPr/>
        </p:nvPicPr>
        <p:blipFill>
          <a:blip r:embed="rId4">
            <a:alphaModFix/>
          </a:blip>
          <a:stretch>
            <a:fillRect/>
          </a:stretch>
        </p:blipFill>
        <p:spPr>
          <a:xfrm>
            <a:off x="3258937"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04" name="Google Shape;204;p38"/>
          <p:cNvPicPr preferRelativeResize="0"/>
          <p:nvPr/>
        </p:nvPicPr>
        <p:blipFill>
          <a:blip r:embed="rId5">
            <a:alphaModFix/>
          </a:blip>
          <a:stretch>
            <a:fillRect/>
          </a:stretch>
        </p:blipFill>
        <p:spPr>
          <a:xfrm>
            <a:off x="6169288" y="1486275"/>
            <a:ext cx="201168" cy="201168"/>
          </a:xfrm>
          <a:prstGeom prst="rect">
            <a:avLst/>
          </a:prstGeom>
          <a:noFill/>
          <a:ln cap="flat" cmpd="sng" w="9525">
            <a:solidFill>
              <a:srgbClr val="776471">
                <a:alpha val="0"/>
              </a:srgbClr>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8" name="Shape 208"/>
        <p:cNvGrpSpPr/>
        <p:nvPr/>
      </p:nvGrpSpPr>
      <p:grpSpPr>
        <a:xfrm>
          <a:off x="0" y="0"/>
          <a:ext cx="0" cy="0"/>
          <a:chOff x="0" y="0"/>
          <a:chExt cx="0" cy="0"/>
        </a:xfrm>
      </p:grpSpPr>
      <p:sp>
        <p:nvSpPr>
          <p:cNvPr descr="title" id="209" name="Google Shape;209;p39"/>
          <p:cNvSpPr txBox="1"/>
          <p:nvPr>
            <p:ph type="title"/>
          </p:nvPr>
        </p:nvSpPr>
        <p:spPr>
          <a:xfrm>
            <a:off x="348600" y="521275"/>
            <a:ext cx="8334300" cy="572700"/>
          </a:xfrm>
          <a:prstGeom prst="rect">
            <a:avLst/>
          </a:prstGeom>
        </p:spPr>
        <p:txBody>
          <a:bodyPr anchorCtr="0" anchor="ctr" bIns="91425" lIns="0" spcFirstLastPara="1" rIns="0" wrap="square" tIns="91425">
            <a:noAutofit/>
          </a:bodyPr>
          <a:lstStyle/>
          <a:p>
            <a:pPr indent="0" lvl="0" marL="0" rtl="0" algn="l">
              <a:spcBef>
                <a:spcPts val="0"/>
              </a:spcBef>
              <a:spcAft>
                <a:spcPts val="0"/>
              </a:spcAft>
              <a:buSzPts val="990"/>
              <a:buNone/>
            </a:pPr>
            <a:r>
              <a:rPr b="1" lang="en">
                <a:latin typeface="Bodoni Moda"/>
                <a:ea typeface="Bodoni Moda"/>
                <a:cs typeface="Bodoni Moda"/>
                <a:sym typeface="Bodoni Moda"/>
              </a:rPr>
              <a:t>Mechanical Failure &amp; Stress Amplification</a:t>
            </a:r>
            <a:endParaRPr b="1" sz="2400">
              <a:solidFill>
                <a:schemeClr val="dk1"/>
              </a:solidFill>
              <a:latin typeface="Bodoni Moda"/>
              <a:ea typeface="Bodoni Moda"/>
              <a:cs typeface="Bodoni Moda"/>
              <a:sym typeface="Bodoni Moda"/>
            </a:endParaRPr>
          </a:p>
        </p:txBody>
      </p:sp>
      <p:sp>
        <p:nvSpPr>
          <p:cNvPr descr="chapter" id="210" name="Google Shape;210;p39"/>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Mechanical Failure</a:t>
            </a:r>
            <a:endParaRPr b="1" sz="1000">
              <a:solidFill>
                <a:schemeClr val="accent1"/>
              </a:solidFill>
              <a:latin typeface="Noto Sans"/>
              <a:ea typeface="Noto Sans"/>
              <a:cs typeface="Noto Sans"/>
              <a:sym typeface="Noto Sans"/>
            </a:endParaRPr>
          </a:p>
        </p:txBody>
      </p:sp>
      <p:sp>
        <p:nvSpPr>
          <p:cNvPr descr="detail_0" id="211" name="Google Shape;211;p39"/>
          <p:cNvSpPr txBox="1"/>
          <p:nvPr>
            <p:ph idx="1" type="body"/>
          </p:nvPr>
        </p:nvSpPr>
        <p:spPr>
          <a:xfrm>
            <a:off x="348550" y="1769050"/>
            <a:ext cx="3790800" cy="1213500"/>
          </a:xfrm>
          <a:prstGeom prst="rect">
            <a:avLst/>
          </a:prstGeom>
        </p:spPr>
        <p:txBody>
          <a:bodyPr anchorCtr="0" anchor="t" bIns="91425" lIns="0" spcFirstLastPara="1" rIns="91425" wrap="square" tIns="91425">
            <a:noAutofit/>
          </a:bodyPr>
          <a:lstStyle/>
          <a:p>
            <a:pPr indent="0" lvl="0" marL="0" marR="0" rtl="0" algn="l">
              <a:lnSpc>
                <a:spcPct val="115000"/>
              </a:lnSpc>
              <a:spcBef>
                <a:spcPts val="0"/>
              </a:spcBef>
              <a:spcAft>
                <a:spcPts val="1000"/>
              </a:spcAft>
              <a:buNone/>
            </a:pPr>
            <a:r>
              <a:rPr lang="en" sz="1100"/>
              <a:t>The fourth-floor box beam became the sole support for both the fourth- and second-floor walkways, effectively doubling the applied load it was originally designed to carry.</a:t>
            </a:r>
            <a:endParaRPr sz="1100"/>
          </a:p>
        </p:txBody>
      </p:sp>
      <p:sp>
        <p:nvSpPr>
          <p:cNvPr descr="header_0" id="212" name="Google Shape;212;p39"/>
          <p:cNvSpPr txBox="1"/>
          <p:nvPr>
            <p:ph idx="4294967295" type="subTitle"/>
          </p:nvPr>
        </p:nvSpPr>
        <p:spPr>
          <a:xfrm>
            <a:off x="732699" y="1354150"/>
            <a:ext cx="3406800" cy="4149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800"/>
              </a:spcAft>
              <a:buNone/>
            </a:pPr>
            <a:r>
              <a:rPr b="1" lang="en" sz="1200">
                <a:solidFill>
                  <a:schemeClr val="dk1"/>
                </a:solidFill>
              </a:rPr>
              <a:t>Load Doubling</a:t>
            </a:r>
            <a:endParaRPr b="1" sz="1200">
              <a:solidFill>
                <a:schemeClr val="dk1"/>
              </a:solidFill>
            </a:endParaRPr>
          </a:p>
        </p:txBody>
      </p:sp>
      <p:sp>
        <p:nvSpPr>
          <p:cNvPr descr="detail_1" id="213" name="Google Shape;213;p39"/>
          <p:cNvSpPr txBox="1"/>
          <p:nvPr>
            <p:ph idx="1" type="body"/>
          </p:nvPr>
        </p:nvSpPr>
        <p:spPr>
          <a:xfrm>
            <a:off x="5004676" y="1769050"/>
            <a:ext cx="3790800" cy="1213500"/>
          </a:xfrm>
          <a:prstGeom prst="rect">
            <a:avLst/>
          </a:prstGeom>
        </p:spPr>
        <p:txBody>
          <a:bodyPr anchorCtr="0" anchor="t" bIns="91425" lIns="0" spcFirstLastPara="1" rIns="91425" wrap="square" tIns="91425">
            <a:noAutofit/>
          </a:bodyPr>
          <a:lstStyle/>
          <a:p>
            <a:pPr indent="0" lvl="0" marL="0" marR="0" rtl="0" algn="l">
              <a:lnSpc>
                <a:spcPct val="115000"/>
              </a:lnSpc>
              <a:spcBef>
                <a:spcPts val="0"/>
              </a:spcBef>
              <a:spcAft>
                <a:spcPts val="1000"/>
              </a:spcAft>
              <a:buNone/>
            </a:pPr>
            <a:r>
              <a:rPr lang="en" sz="1100"/>
              <a:t>Using the fundamental stress formula σ = P / A, doubling the load (P) while keeping the cross-sectional area (A) constant resulted in a proportional doubling of shear stress, critically overstressing the welds.</a:t>
            </a:r>
            <a:endParaRPr sz="1100"/>
          </a:p>
        </p:txBody>
      </p:sp>
      <p:sp>
        <p:nvSpPr>
          <p:cNvPr descr="header_1" id="214" name="Google Shape;214;p39"/>
          <p:cNvSpPr txBox="1"/>
          <p:nvPr>
            <p:ph idx="4294967295" type="subTitle"/>
          </p:nvPr>
        </p:nvSpPr>
        <p:spPr>
          <a:xfrm>
            <a:off x="5388675" y="1354150"/>
            <a:ext cx="3406800" cy="4149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800"/>
              </a:spcAft>
              <a:buNone/>
            </a:pPr>
            <a:r>
              <a:rPr b="1" lang="en" sz="1200">
                <a:solidFill>
                  <a:schemeClr val="dk1"/>
                </a:solidFill>
              </a:rPr>
              <a:t>Stress Mechanics</a:t>
            </a:r>
            <a:endParaRPr b="1" sz="1200">
              <a:solidFill>
                <a:schemeClr val="dk1"/>
              </a:solidFill>
            </a:endParaRPr>
          </a:p>
        </p:txBody>
      </p:sp>
      <p:sp>
        <p:nvSpPr>
          <p:cNvPr descr="detail_2" id="215" name="Google Shape;215;p39"/>
          <p:cNvSpPr txBox="1"/>
          <p:nvPr>
            <p:ph idx="1" type="body"/>
          </p:nvPr>
        </p:nvSpPr>
        <p:spPr>
          <a:xfrm>
            <a:off x="348550" y="3397100"/>
            <a:ext cx="3790800" cy="1213500"/>
          </a:xfrm>
          <a:prstGeom prst="rect">
            <a:avLst/>
          </a:prstGeom>
        </p:spPr>
        <p:txBody>
          <a:bodyPr anchorCtr="0" anchor="t" bIns="91425" lIns="0" spcFirstLastPara="1" rIns="91425" wrap="square" tIns="91425">
            <a:noAutofit/>
          </a:bodyPr>
          <a:lstStyle/>
          <a:p>
            <a:pPr indent="0" lvl="0" marL="0" marR="0" rtl="0" algn="l">
              <a:lnSpc>
                <a:spcPct val="115000"/>
              </a:lnSpc>
              <a:spcBef>
                <a:spcPts val="0"/>
              </a:spcBef>
              <a:spcAft>
                <a:spcPts val="1000"/>
              </a:spcAft>
              <a:buNone/>
            </a:pPr>
            <a:r>
              <a:rPr lang="en" sz="1100"/>
              <a:t>The upward bending of the lower C-channel flanges acted as a lever, mechanically prying the longitudinal weld apart, initiating fracture and rapid failure of the beam connection.</a:t>
            </a:r>
            <a:endParaRPr sz="1100"/>
          </a:p>
        </p:txBody>
      </p:sp>
      <p:sp>
        <p:nvSpPr>
          <p:cNvPr descr="header_2" id="216" name="Google Shape;216;p39"/>
          <p:cNvSpPr txBox="1"/>
          <p:nvPr>
            <p:ph idx="4294967295" type="subTitle"/>
          </p:nvPr>
        </p:nvSpPr>
        <p:spPr>
          <a:xfrm>
            <a:off x="732699" y="2982401"/>
            <a:ext cx="3406800" cy="4149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800"/>
              </a:spcAft>
              <a:buNone/>
            </a:pPr>
            <a:r>
              <a:rPr b="1" lang="en" sz="1200">
                <a:solidFill>
                  <a:schemeClr val="dk1"/>
                </a:solidFill>
              </a:rPr>
              <a:t>Weld Rupture</a:t>
            </a:r>
            <a:endParaRPr b="1" sz="1200">
              <a:solidFill>
                <a:schemeClr val="dk1"/>
              </a:solidFill>
            </a:endParaRPr>
          </a:p>
        </p:txBody>
      </p:sp>
      <p:sp>
        <p:nvSpPr>
          <p:cNvPr descr="detail_3" id="217" name="Google Shape;217;p39"/>
          <p:cNvSpPr txBox="1"/>
          <p:nvPr>
            <p:ph idx="1" type="body"/>
          </p:nvPr>
        </p:nvSpPr>
        <p:spPr>
          <a:xfrm>
            <a:off x="5004678" y="3397100"/>
            <a:ext cx="3790800" cy="1213500"/>
          </a:xfrm>
          <a:prstGeom prst="rect">
            <a:avLst/>
          </a:prstGeom>
        </p:spPr>
        <p:txBody>
          <a:bodyPr anchorCtr="0" anchor="t" bIns="91425" lIns="0" spcFirstLastPara="1" rIns="91425" wrap="square" tIns="91425">
            <a:noAutofit/>
          </a:bodyPr>
          <a:lstStyle/>
          <a:p>
            <a:pPr indent="0" lvl="0" marL="0" marR="0" rtl="0" algn="l">
              <a:lnSpc>
                <a:spcPct val="115000"/>
              </a:lnSpc>
              <a:spcBef>
                <a:spcPts val="0"/>
              </a:spcBef>
              <a:spcAft>
                <a:spcPts val="1000"/>
              </a:spcAft>
              <a:buNone/>
            </a:pPr>
            <a:r>
              <a:rPr lang="en" sz="1100"/>
              <a:t>Deformation of the box beam's C-channel flanges generated a levering action that amplified localized stresses, accelerating weld failure beyond static load predictions.</a:t>
            </a:r>
            <a:endParaRPr sz="1100"/>
          </a:p>
        </p:txBody>
      </p:sp>
      <p:sp>
        <p:nvSpPr>
          <p:cNvPr descr="header_3" id="218" name="Google Shape;218;p39"/>
          <p:cNvSpPr txBox="1"/>
          <p:nvPr>
            <p:ph idx="4294967295" type="subTitle"/>
          </p:nvPr>
        </p:nvSpPr>
        <p:spPr>
          <a:xfrm>
            <a:off x="5388675" y="2982401"/>
            <a:ext cx="3406800" cy="414900"/>
          </a:xfrm>
          <a:prstGeom prst="rect">
            <a:avLst/>
          </a:prstGeom>
        </p:spPr>
        <p:txBody>
          <a:bodyPr anchorCtr="0" anchor="ctr" bIns="0" lIns="0" spcFirstLastPara="1" rIns="91425" wrap="square" tIns="0">
            <a:noAutofit/>
          </a:bodyPr>
          <a:lstStyle/>
          <a:p>
            <a:pPr indent="0" lvl="0" marL="0" rtl="0" algn="l">
              <a:lnSpc>
                <a:spcPct val="100000"/>
              </a:lnSpc>
              <a:spcBef>
                <a:spcPts val="0"/>
              </a:spcBef>
              <a:spcAft>
                <a:spcPts val="800"/>
              </a:spcAft>
              <a:buNone/>
            </a:pPr>
            <a:r>
              <a:rPr b="1" lang="en" sz="1200">
                <a:solidFill>
                  <a:schemeClr val="dk1"/>
                </a:solidFill>
              </a:rPr>
              <a:t>Mechanical Lever Effect</a:t>
            </a:r>
            <a:endParaRPr b="1" sz="1200">
              <a:solidFill>
                <a:schemeClr val="dk1"/>
              </a:solidFill>
            </a:endParaRPr>
          </a:p>
        </p:txBody>
      </p:sp>
      <p:pic>
        <p:nvPicPr>
          <p:cNvPr id="219" name="Google Shape;219;p39"/>
          <p:cNvPicPr preferRelativeResize="0"/>
          <p:nvPr/>
        </p:nvPicPr>
        <p:blipFill>
          <a:blip r:embed="rId3">
            <a:alphaModFix/>
          </a:blip>
          <a:stretch>
            <a:fillRect/>
          </a:stretch>
        </p:blipFill>
        <p:spPr>
          <a:xfrm>
            <a:off x="356613" y="1461013"/>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20" name="Google Shape;220;p39"/>
          <p:cNvPicPr preferRelativeResize="0"/>
          <p:nvPr/>
        </p:nvPicPr>
        <p:blipFill>
          <a:blip r:embed="rId4">
            <a:alphaModFix/>
          </a:blip>
          <a:stretch>
            <a:fillRect/>
          </a:stretch>
        </p:blipFill>
        <p:spPr>
          <a:xfrm>
            <a:off x="356613" y="3089238"/>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21" name="Google Shape;221;p39"/>
          <p:cNvPicPr preferRelativeResize="0"/>
          <p:nvPr/>
        </p:nvPicPr>
        <p:blipFill>
          <a:blip r:embed="rId5">
            <a:alphaModFix/>
          </a:blip>
          <a:stretch>
            <a:fillRect/>
          </a:stretch>
        </p:blipFill>
        <p:spPr>
          <a:xfrm>
            <a:off x="5004663" y="1461013"/>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22" name="Google Shape;222;p39"/>
          <p:cNvPicPr preferRelativeResize="0"/>
          <p:nvPr/>
        </p:nvPicPr>
        <p:blipFill>
          <a:blip r:embed="rId6">
            <a:alphaModFix/>
          </a:blip>
          <a:stretch>
            <a:fillRect/>
          </a:stretch>
        </p:blipFill>
        <p:spPr>
          <a:xfrm>
            <a:off x="5004663" y="3089238"/>
            <a:ext cx="201168" cy="201168"/>
          </a:xfrm>
          <a:prstGeom prst="rect">
            <a:avLst/>
          </a:prstGeom>
          <a:noFill/>
          <a:ln cap="flat" cmpd="sng" w="9525">
            <a:solidFill>
              <a:srgbClr val="776471">
                <a:alpha val="0"/>
              </a:srgbClr>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descr="header_0" id="227" name="Google Shape;227;p40"/>
          <p:cNvSpPr txBox="1"/>
          <p:nvPr>
            <p:ph idx="4294967295" type="subTitle"/>
          </p:nvPr>
        </p:nvSpPr>
        <p:spPr>
          <a:xfrm>
            <a:off x="34467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National Bureau of Standards Role</a:t>
            </a:r>
            <a:endParaRPr b="1" sz="1200">
              <a:solidFill>
                <a:schemeClr val="dk1"/>
              </a:solidFill>
            </a:endParaRPr>
          </a:p>
        </p:txBody>
      </p:sp>
      <p:sp>
        <p:nvSpPr>
          <p:cNvPr descr="header_1" id="228" name="Google Shape;228;p40"/>
          <p:cNvSpPr txBox="1"/>
          <p:nvPr>
            <p:ph idx="4294967295" type="subTitle"/>
          </p:nvPr>
        </p:nvSpPr>
        <p:spPr>
          <a:xfrm>
            <a:off x="3261009"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Fractography Analysis</a:t>
            </a:r>
            <a:endParaRPr b="1" sz="1200">
              <a:solidFill>
                <a:schemeClr val="dk1"/>
              </a:solidFill>
            </a:endParaRPr>
          </a:p>
        </p:txBody>
      </p:sp>
      <p:sp>
        <p:nvSpPr>
          <p:cNvPr descr="header_2" id="229" name="Google Shape;229;p40"/>
          <p:cNvSpPr txBox="1"/>
          <p:nvPr>
            <p:ph idx="4294967295" type="subTitle"/>
          </p:nvPr>
        </p:nvSpPr>
        <p:spPr>
          <a:xfrm>
            <a:off x="617732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Hydraulic Load Testing</a:t>
            </a:r>
            <a:endParaRPr b="1" sz="1200">
              <a:solidFill>
                <a:schemeClr val="dk1"/>
              </a:solidFill>
            </a:endParaRPr>
          </a:p>
        </p:txBody>
      </p:sp>
      <p:sp>
        <p:nvSpPr>
          <p:cNvPr descr="detail_0" id="230" name="Google Shape;230;p40"/>
          <p:cNvSpPr txBox="1"/>
          <p:nvPr>
            <p:ph idx="1" type="body"/>
          </p:nvPr>
        </p:nvSpPr>
        <p:spPr>
          <a:xfrm>
            <a:off x="348525"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NBS led the forensic investigation, performing detailed fractography and physical testing to replicate failure conditions and understand structural weaknesses.</a:t>
            </a:r>
            <a:endParaRPr sz="1000">
              <a:solidFill>
                <a:schemeClr val="dk1"/>
              </a:solidFill>
            </a:endParaRPr>
          </a:p>
        </p:txBody>
      </p:sp>
      <p:sp>
        <p:nvSpPr>
          <p:cNvPr descr="detail_1" id="231" name="Google Shape;231;p40"/>
          <p:cNvSpPr txBox="1"/>
          <p:nvPr>
            <p:ph idx="1" type="body"/>
          </p:nvPr>
        </p:nvSpPr>
        <p:spPr>
          <a:xfrm>
            <a:off x="32648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Microscopic examination at 1200x magnification revealed severe plastic deformation and heat-affected zones indicative of weld fatigue and stress concentration.</a:t>
            </a:r>
            <a:endParaRPr sz="1000">
              <a:solidFill>
                <a:schemeClr val="dk1"/>
              </a:solidFill>
            </a:endParaRPr>
          </a:p>
        </p:txBody>
      </p:sp>
      <p:sp>
        <p:nvSpPr>
          <p:cNvPr descr="detail_2" id="232" name="Google Shape;232;p40"/>
          <p:cNvSpPr txBox="1"/>
          <p:nvPr>
            <p:ph idx="1" type="body"/>
          </p:nvPr>
        </p:nvSpPr>
        <p:spPr>
          <a:xfrm>
            <a:off x="61811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Physical replicas of the modified connections were hydraulically tested, showing a failure capacity at only 31% of the required Kansas City building code load.</a:t>
            </a:r>
            <a:endParaRPr sz="1000">
              <a:solidFill>
                <a:schemeClr val="dk1"/>
              </a:solidFill>
            </a:endParaRPr>
          </a:p>
        </p:txBody>
      </p:sp>
      <p:sp>
        <p:nvSpPr>
          <p:cNvPr descr="title" id="233" name="Google Shape;233;p40"/>
          <p:cNvSpPr txBox="1"/>
          <p:nvPr>
            <p:ph type="title"/>
          </p:nvPr>
        </p:nvSpPr>
        <p:spPr>
          <a:xfrm>
            <a:off x="348600" y="521275"/>
            <a:ext cx="8334300" cy="572700"/>
          </a:xfrm>
          <a:prstGeom prst="rect">
            <a:avLst/>
          </a:prstGeom>
        </p:spPr>
        <p:txBody>
          <a:bodyPr anchorCtr="0" anchor="b" bIns="91425" lIns="0" spcFirstLastPara="1" rIns="0" wrap="square" tIns="91425">
            <a:noAutofit/>
          </a:bodyPr>
          <a:lstStyle/>
          <a:p>
            <a:pPr indent="0" lvl="0" marL="0" rtl="0" algn="l">
              <a:spcBef>
                <a:spcPts val="0"/>
              </a:spcBef>
              <a:spcAft>
                <a:spcPts val="0"/>
              </a:spcAft>
              <a:buSzPts val="990"/>
              <a:buNone/>
            </a:pPr>
            <a:r>
              <a:rPr b="1" lang="en" sz="2400">
                <a:latin typeface="Bodoni Moda"/>
                <a:ea typeface="Bodoni Moda"/>
                <a:cs typeface="Bodoni Moda"/>
                <a:sym typeface="Bodoni Moda"/>
              </a:rPr>
              <a:t>Forensic Fractography &amp; NBS Findings</a:t>
            </a:r>
            <a:endParaRPr b="1" sz="2400">
              <a:solidFill>
                <a:schemeClr val="dk1"/>
              </a:solidFill>
              <a:latin typeface="Bodoni Moda"/>
              <a:ea typeface="Bodoni Moda"/>
              <a:cs typeface="Bodoni Moda"/>
              <a:sym typeface="Bodoni Moda"/>
            </a:endParaRPr>
          </a:p>
        </p:txBody>
      </p:sp>
      <p:sp>
        <p:nvSpPr>
          <p:cNvPr descr="chapter" id="234" name="Google Shape;234;p40"/>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Empirical Evidence</a:t>
            </a:r>
            <a:endParaRPr b="1" sz="1000">
              <a:solidFill>
                <a:schemeClr val="accent1"/>
              </a:solidFill>
              <a:latin typeface="Noto Sans"/>
              <a:ea typeface="Noto Sans"/>
              <a:cs typeface="Noto Sans"/>
              <a:sym typeface="Noto Sans"/>
            </a:endParaRPr>
          </a:p>
        </p:txBody>
      </p:sp>
      <p:pic>
        <p:nvPicPr>
          <p:cNvPr id="235" name="Google Shape;235;p40"/>
          <p:cNvPicPr preferRelativeResize="0"/>
          <p:nvPr/>
        </p:nvPicPr>
        <p:blipFill>
          <a:blip r:embed="rId3">
            <a:alphaModFix/>
          </a:blip>
          <a:stretch>
            <a:fillRect/>
          </a:stretch>
        </p:blipFill>
        <p:spPr>
          <a:xfrm>
            <a:off x="348588"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36" name="Google Shape;236;p40"/>
          <p:cNvPicPr preferRelativeResize="0"/>
          <p:nvPr/>
        </p:nvPicPr>
        <p:blipFill>
          <a:blip r:embed="rId4">
            <a:alphaModFix/>
          </a:blip>
          <a:stretch>
            <a:fillRect/>
          </a:stretch>
        </p:blipFill>
        <p:spPr>
          <a:xfrm>
            <a:off x="3258937"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37" name="Google Shape;237;p40"/>
          <p:cNvPicPr preferRelativeResize="0"/>
          <p:nvPr/>
        </p:nvPicPr>
        <p:blipFill>
          <a:blip r:embed="rId5">
            <a:alphaModFix/>
          </a:blip>
          <a:stretch>
            <a:fillRect/>
          </a:stretch>
        </p:blipFill>
        <p:spPr>
          <a:xfrm>
            <a:off x="6169288" y="1486275"/>
            <a:ext cx="201168" cy="201168"/>
          </a:xfrm>
          <a:prstGeom prst="rect">
            <a:avLst/>
          </a:prstGeom>
          <a:noFill/>
          <a:ln cap="flat" cmpd="sng" w="9525">
            <a:solidFill>
              <a:srgbClr val="776471">
                <a:alpha val="0"/>
              </a:srgbClr>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sp>
        <p:nvSpPr>
          <p:cNvPr descr="header_0" id="242" name="Google Shape;242;p41"/>
          <p:cNvSpPr txBox="1"/>
          <p:nvPr/>
        </p:nvSpPr>
        <p:spPr>
          <a:xfrm>
            <a:off x="348525"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Fabricator Assumptions</a:t>
            </a:r>
            <a:endParaRPr b="1" sz="1200">
              <a:solidFill>
                <a:schemeClr val="dk1"/>
              </a:solidFill>
              <a:latin typeface="Georgia"/>
              <a:ea typeface="Georgia"/>
              <a:cs typeface="Georgia"/>
              <a:sym typeface="Georgia"/>
            </a:endParaRPr>
          </a:p>
        </p:txBody>
      </p:sp>
      <p:sp>
        <p:nvSpPr>
          <p:cNvPr descr="header_1" id="243" name="Google Shape;243;p41"/>
          <p:cNvSpPr txBox="1"/>
          <p:nvPr/>
        </p:nvSpPr>
        <p:spPr>
          <a:xfrm>
            <a:off x="2472428"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Engineer Assumptions</a:t>
            </a:r>
            <a:endParaRPr b="1" sz="1200">
              <a:solidFill>
                <a:schemeClr val="dk1"/>
              </a:solidFill>
              <a:latin typeface="Georgia"/>
              <a:ea typeface="Georgia"/>
              <a:cs typeface="Georgia"/>
              <a:sym typeface="Georgia"/>
            </a:endParaRPr>
          </a:p>
        </p:txBody>
      </p:sp>
      <p:sp>
        <p:nvSpPr>
          <p:cNvPr descr="header_2" id="244" name="Google Shape;244;p41"/>
          <p:cNvSpPr txBox="1"/>
          <p:nvPr/>
        </p:nvSpPr>
        <p:spPr>
          <a:xfrm>
            <a:off x="4596331"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Rapid Drawing Approval</a:t>
            </a:r>
            <a:endParaRPr b="1" sz="1200">
              <a:solidFill>
                <a:schemeClr val="dk1"/>
              </a:solidFill>
              <a:latin typeface="Georgia"/>
              <a:ea typeface="Georgia"/>
              <a:cs typeface="Georgia"/>
              <a:sym typeface="Georgia"/>
            </a:endParaRPr>
          </a:p>
        </p:txBody>
      </p:sp>
      <p:sp>
        <p:nvSpPr>
          <p:cNvPr descr="header_3" id="245" name="Google Shape;245;p41"/>
          <p:cNvSpPr txBox="1"/>
          <p:nvPr/>
        </p:nvSpPr>
        <p:spPr>
          <a:xfrm>
            <a:off x="6720250" y="1712675"/>
            <a:ext cx="1968600" cy="453600"/>
          </a:xfrm>
          <a:prstGeom prst="rect">
            <a:avLst/>
          </a:prstGeom>
          <a:noFill/>
          <a:ln>
            <a:noFill/>
          </a:ln>
        </p:spPr>
        <p:txBody>
          <a:bodyPr anchorCtr="0" anchor="t" bIns="0" lIns="0" spcFirstLastPara="1" rIns="91425" wrap="square" tIns="0">
            <a:noAutofit/>
          </a:bodyPr>
          <a:lstStyle/>
          <a:p>
            <a:pPr indent="0" lvl="0" marL="0" marR="0" rtl="0" algn="l">
              <a:lnSpc>
                <a:spcPct val="100000"/>
              </a:lnSpc>
              <a:spcBef>
                <a:spcPts val="0"/>
              </a:spcBef>
              <a:spcAft>
                <a:spcPts val="800"/>
              </a:spcAft>
              <a:buNone/>
            </a:pPr>
            <a:r>
              <a:rPr b="1" lang="en" sz="1200">
                <a:solidFill>
                  <a:schemeClr val="dk1"/>
                </a:solidFill>
                <a:latin typeface="Georgia"/>
                <a:ea typeface="Georgia"/>
                <a:cs typeface="Georgia"/>
                <a:sym typeface="Georgia"/>
              </a:rPr>
              <a:t>Zero Load Calculations</a:t>
            </a:r>
            <a:endParaRPr b="1" sz="1200">
              <a:solidFill>
                <a:schemeClr val="dk1"/>
              </a:solidFill>
              <a:latin typeface="Georgia"/>
              <a:ea typeface="Georgia"/>
              <a:cs typeface="Georgia"/>
              <a:sym typeface="Georgia"/>
            </a:endParaRPr>
          </a:p>
        </p:txBody>
      </p:sp>
      <p:sp>
        <p:nvSpPr>
          <p:cNvPr descr="detail_0" id="246" name="Google Shape;246;p41"/>
          <p:cNvSpPr txBox="1"/>
          <p:nvPr/>
        </p:nvSpPr>
        <p:spPr>
          <a:xfrm>
            <a:off x="345575"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2000"/>
              </a:spcAft>
              <a:buNone/>
            </a:pPr>
            <a:r>
              <a:rPr lang="en" sz="1000">
                <a:solidFill>
                  <a:schemeClr val="dk1"/>
                </a:solidFill>
                <a:latin typeface="Georgia"/>
                <a:ea typeface="Georgia"/>
                <a:cs typeface="Georgia"/>
                <a:sym typeface="Georgia"/>
              </a:rPr>
              <a:t>The steel fabricator assumed the engineer of record had fully engineered and verified the load changes, leading to unverified shop drawings.</a:t>
            </a:r>
            <a:endParaRPr sz="1000">
              <a:solidFill>
                <a:schemeClr val="dk1"/>
              </a:solidFill>
              <a:latin typeface="Georgia"/>
              <a:ea typeface="Georgia"/>
              <a:cs typeface="Georgia"/>
              <a:sym typeface="Georgia"/>
            </a:endParaRPr>
          </a:p>
        </p:txBody>
      </p:sp>
      <p:sp>
        <p:nvSpPr>
          <p:cNvPr descr="detail_1" id="247" name="Google Shape;247;p41"/>
          <p:cNvSpPr txBox="1"/>
          <p:nvPr/>
        </p:nvSpPr>
        <p:spPr>
          <a:xfrm>
            <a:off x="2469486"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The engineer of record assumed the fabricator’s shop drawings were standard and did not require rigorous review or load recalculations.</a:t>
            </a:r>
            <a:endParaRPr sz="1000">
              <a:solidFill>
                <a:schemeClr val="dk1"/>
              </a:solidFill>
              <a:latin typeface="Georgia"/>
              <a:ea typeface="Georgia"/>
              <a:cs typeface="Georgia"/>
              <a:sym typeface="Georgia"/>
            </a:endParaRPr>
          </a:p>
        </p:txBody>
      </p:sp>
      <p:sp>
        <p:nvSpPr>
          <p:cNvPr descr="detail_2" id="248" name="Google Shape;248;p41"/>
          <p:cNvSpPr txBox="1"/>
          <p:nvPr/>
        </p:nvSpPr>
        <p:spPr>
          <a:xfrm>
            <a:off x="4593397"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Forty-two complex structural drawings were approved within ten days under a fast-track schedule, compressing time for thorough review.</a:t>
            </a:r>
            <a:endParaRPr sz="1000">
              <a:solidFill>
                <a:schemeClr val="dk1"/>
              </a:solidFill>
              <a:latin typeface="Georgia"/>
              <a:ea typeface="Georgia"/>
              <a:cs typeface="Georgia"/>
              <a:sym typeface="Georgia"/>
            </a:endParaRPr>
          </a:p>
        </p:txBody>
      </p:sp>
      <p:sp>
        <p:nvSpPr>
          <p:cNvPr descr="detail_3" id="249" name="Google Shape;249;p41"/>
          <p:cNvSpPr txBox="1"/>
          <p:nvPr/>
        </p:nvSpPr>
        <p:spPr>
          <a:xfrm>
            <a:off x="6717325" y="2173575"/>
            <a:ext cx="1968600" cy="26346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000">
                <a:solidFill>
                  <a:schemeClr val="dk1"/>
                </a:solidFill>
                <a:latin typeface="Georgia"/>
                <a:ea typeface="Georgia"/>
                <a:cs typeface="Georgia"/>
                <a:sym typeface="Georgia"/>
              </a:rPr>
              <a:t>The project engineer responsible performed no load calculations on the modified design, resulting in unchecked structural integrity.</a:t>
            </a:r>
            <a:endParaRPr sz="1000">
              <a:solidFill>
                <a:schemeClr val="dk1"/>
              </a:solidFill>
              <a:latin typeface="Georgia"/>
              <a:ea typeface="Georgia"/>
              <a:cs typeface="Georgia"/>
              <a:sym typeface="Georgia"/>
            </a:endParaRPr>
          </a:p>
        </p:txBody>
      </p:sp>
      <p:sp>
        <p:nvSpPr>
          <p:cNvPr descr="title" id="250" name="Google Shape;250;p41"/>
          <p:cNvSpPr txBox="1"/>
          <p:nvPr>
            <p:ph type="title"/>
          </p:nvPr>
        </p:nvSpPr>
        <p:spPr>
          <a:xfrm>
            <a:off x="348600" y="521275"/>
            <a:ext cx="8334300" cy="572700"/>
          </a:xfrm>
          <a:prstGeom prst="rect">
            <a:avLst/>
          </a:prstGeom>
        </p:spPr>
        <p:txBody>
          <a:bodyPr anchorCtr="0" anchor="ctr" bIns="91425" lIns="0" spcFirstLastPara="1" rIns="0" wrap="square" tIns="91425">
            <a:noAutofit/>
          </a:bodyPr>
          <a:lstStyle/>
          <a:p>
            <a:pPr indent="0" lvl="0" marL="0" rtl="0" algn="l">
              <a:spcBef>
                <a:spcPts val="0"/>
              </a:spcBef>
              <a:spcAft>
                <a:spcPts val="0"/>
              </a:spcAft>
              <a:buSzPts val="990"/>
              <a:buNone/>
            </a:pPr>
            <a:r>
              <a:rPr b="1" lang="en">
                <a:latin typeface="Bodoni Moda"/>
                <a:ea typeface="Bodoni Moda"/>
                <a:cs typeface="Bodoni Moda"/>
                <a:sym typeface="Bodoni Moda"/>
              </a:rPr>
              <a:t>The Collapse of the Review Pipeline</a:t>
            </a:r>
            <a:endParaRPr b="1" sz="2400">
              <a:solidFill>
                <a:schemeClr val="dk1"/>
              </a:solidFill>
              <a:latin typeface="Bodoni Moda"/>
              <a:ea typeface="Bodoni Moda"/>
              <a:cs typeface="Bodoni Moda"/>
              <a:sym typeface="Bodoni Moda"/>
            </a:endParaRPr>
          </a:p>
        </p:txBody>
      </p:sp>
      <p:sp>
        <p:nvSpPr>
          <p:cNvPr descr="chapter" id="251" name="Google Shape;251;p41"/>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Procedural Failures</a:t>
            </a:r>
            <a:endParaRPr b="1" sz="1000">
              <a:solidFill>
                <a:schemeClr val="accent1"/>
              </a:solidFill>
              <a:latin typeface="Noto Sans"/>
              <a:ea typeface="Noto Sans"/>
              <a:cs typeface="Noto Sans"/>
              <a:sym typeface="Noto Sans"/>
            </a:endParaRPr>
          </a:p>
        </p:txBody>
      </p:sp>
      <p:pic>
        <p:nvPicPr>
          <p:cNvPr id="252" name="Google Shape;252;p41"/>
          <p:cNvPicPr preferRelativeResize="0"/>
          <p:nvPr/>
        </p:nvPicPr>
        <p:blipFill>
          <a:blip r:embed="rId3">
            <a:alphaModFix/>
          </a:blip>
          <a:stretch>
            <a:fillRect/>
          </a:stretch>
        </p:blipFill>
        <p:spPr>
          <a:xfrm>
            <a:off x="345563"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253" name="Google Shape;253;p41"/>
          <p:cNvPicPr preferRelativeResize="0"/>
          <p:nvPr/>
        </p:nvPicPr>
        <p:blipFill>
          <a:blip r:embed="rId4">
            <a:alphaModFix/>
          </a:blip>
          <a:stretch>
            <a:fillRect/>
          </a:stretch>
        </p:blipFill>
        <p:spPr>
          <a:xfrm>
            <a:off x="2469388"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254" name="Google Shape;254;p41"/>
          <p:cNvPicPr preferRelativeResize="0"/>
          <p:nvPr/>
        </p:nvPicPr>
        <p:blipFill>
          <a:blip r:embed="rId5">
            <a:alphaModFix/>
          </a:blip>
          <a:stretch>
            <a:fillRect/>
          </a:stretch>
        </p:blipFill>
        <p:spPr>
          <a:xfrm>
            <a:off x="4593213" y="136505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255" name="Google Shape;255;p41"/>
          <p:cNvPicPr preferRelativeResize="0"/>
          <p:nvPr/>
        </p:nvPicPr>
        <p:blipFill>
          <a:blip r:embed="rId6">
            <a:alphaModFix/>
          </a:blip>
          <a:stretch>
            <a:fillRect/>
          </a:stretch>
        </p:blipFill>
        <p:spPr>
          <a:xfrm>
            <a:off x="6717038" y="1365050"/>
            <a:ext cx="201168" cy="201168"/>
          </a:xfrm>
          <a:prstGeom prst="rect">
            <a:avLst/>
          </a:prstGeom>
          <a:noFill/>
          <a:ln cap="flat" cmpd="sng" w="9525">
            <a:solidFill>
              <a:srgbClr val="D60202">
                <a:alpha val="0"/>
              </a:srgbClr>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9" name="Shape 259"/>
        <p:cNvGrpSpPr/>
        <p:nvPr/>
      </p:nvGrpSpPr>
      <p:grpSpPr>
        <a:xfrm>
          <a:off x="0" y="0"/>
          <a:ext cx="0" cy="0"/>
          <a:chOff x="0" y="0"/>
          <a:chExt cx="0" cy="0"/>
        </a:xfrm>
      </p:grpSpPr>
      <p:sp>
        <p:nvSpPr>
          <p:cNvPr descr="header_0" id="260" name="Google Shape;260;p42"/>
          <p:cNvSpPr txBox="1"/>
          <p:nvPr>
            <p:ph idx="4294967295" type="subTitle"/>
          </p:nvPr>
        </p:nvSpPr>
        <p:spPr>
          <a:xfrm>
            <a:off x="741621" y="1241400"/>
            <a:ext cx="2337900" cy="11862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100">
                <a:solidFill>
                  <a:schemeClr val="dk1"/>
                </a:solidFill>
              </a:rPr>
              <a:t>Legal Defense: Industry Custom Argument</a:t>
            </a:r>
            <a:endParaRPr b="1" sz="1100">
              <a:solidFill>
                <a:schemeClr val="dk1"/>
              </a:solidFill>
            </a:endParaRPr>
          </a:p>
        </p:txBody>
      </p:sp>
      <p:sp>
        <p:nvSpPr>
          <p:cNvPr descr="detail_0" id="261" name="Google Shape;261;p42"/>
          <p:cNvSpPr txBox="1"/>
          <p:nvPr>
            <p:ph idx="1" type="body"/>
          </p:nvPr>
        </p:nvSpPr>
        <p:spPr>
          <a:xfrm>
            <a:off x="3200075" y="1241325"/>
            <a:ext cx="5595300" cy="1186200"/>
          </a:xfrm>
          <a:prstGeom prst="rect">
            <a:avLst/>
          </a:prstGeom>
        </p:spPr>
        <p:txBody>
          <a:bodyPr anchorCtr="0" anchor="t" bIns="91425" lIns="0" spcFirstLastPara="1" rIns="0" wrap="square" tIns="91425">
            <a:noAutofit/>
          </a:bodyPr>
          <a:lstStyle/>
          <a:p>
            <a:pPr indent="0" lvl="0" marL="0" rtl="0" algn="l">
              <a:lnSpc>
                <a:spcPct val="115000"/>
              </a:lnSpc>
              <a:spcBef>
                <a:spcPts val="0"/>
              </a:spcBef>
              <a:spcAft>
                <a:spcPts val="1000"/>
              </a:spcAft>
              <a:buNone/>
            </a:pPr>
            <a:r>
              <a:rPr lang="en" sz="1100">
                <a:solidFill>
                  <a:schemeClr val="dk1"/>
                </a:solidFill>
              </a:rPr>
              <a:t>Engineers claimed it was standard practice for fabricators to design steel connections, arguing this norm absolved them of detailed responsibility for that aspect.</a:t>
            </a:r>
            <a:endParaRPr sz="1100">
              <a:solidFill>
                <a:schemeClr val="dk1"/>
              </a:solidFill>
            </a:endParaRPr>
          </a:p>
        </p:txBody>
      </p:sp>
      <p:sp>
        <p:nvSpPr>
          <p:cNvPr descr="header_1" id="262" name="Google Shape;262;p42"/>
          <p:cNvSpPr txBox="1"/>
          <p:nvPr>
            <p:ph idx="4294967295" type="subTitle"/>
          </p:nvPr>
        </p:nvSpPr>
        <p:spPr>
          <a:xfrm>
            <a:off x="741600" y="2427804"/>
            <a:ext cx="2337900" cy="11862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100">
                <a:solidFill>
                  <a:schemeClr val="dk1"/>
                </a:solidFill>
              </a:rPr>
              <a:t>Court Ruling: Safety Statutes Supersede Custom</a:t>
            </a:r>
            <a:endParaRPr b="1" sz="1100">
              <a:solidFill>
                <a:schemeClr val="dk1"/>
              </a:solidFill>
            </a:endParaRPr>
          </a:p>
        </p:txBody>
      </p:sp>
      <p:sp>
        <p:nvSpPr>
          <p:cNvPr descr="detail_1" id="263" name="Google Shape;263;p42"/>
          <p:cNvSpPr txBox="1"/>
          <p:nvPr>
            <p:ph idx="1" type="body"/>
          </p:nvPr>
        </p:nvSpPr>
        <p:spPr>
          <a:xfrm>
            <a:off x="3200050" y="2427726"/>
            <a:ext cx="5595300" cy="1186200"/>
          </a:xfrm>
          <a:prstGeom prst="rect">
            <a:avLst/>
          </a:prstGeom>
        </p:spPr>
        <p:txBody>
          <a:bodyPr anchorCtr="0" anchor="t" bIns="91425" lIns="0" spcFirstLastPara="1" rIns="0" wrap="square" tIns="91425">
            <a:noAutofit/>
          </a:bodyPr>
          <a:lstStyle/>
          <a:p>
            <a:pPr indent="0" lvl="0" marL="0" rtl="0" algn="l">
              <a:lnSpc>
                <a:spcPct val="115000"/>
              </a:lnSpc>
              <a:spcBef>
                <a:spcPts val="0"/>
              </a:spcBef>
              <a:spcAft>
                <a:spcPts val="1000"/>
              </a:spcAft>
              <a:buNone/>
            </a:pPr>
            <a:r>
              <a:rPr lang="en" sz="1100">
                <a:solidFill>
                  <a:schemeClr val="dk1"/>
                </a:solidFill>
              </a:rPr>
              <a:t>The Missouri Court of Appeals decisively rejected the defense, emphasizing that safety regulations override industry customs, mandating strict adherence to engineering safety statutes.</a:t>
            </a:r>
            <a:endParaRPr sz="1100">
              <a:solidFill>
                <a:schemeClr val="dk1"/>
              </a:solidFill>
            </a:endParaRPr>
          </a:p>
        </p:txBody>
      </p:sp>
      <p:sp>
        <p:nvSpPr>
          <p:cNvPr descr="header_2" id="264" name="Google Shape;264;p42"/>
          <p:cNvSpPr txBox="1"/>
          <p:nvPr>
            <p:ph idx="4294967295" type="subTitle"/>
          </p:nvPr>
        </p:nvSpPr>
        <p:spPr>
          <a:xfrm>
            <a:off x="741600" y="3614274"/>
            <a:ext cx="2337900" cy="11862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100">
                <a:solidFill>
                  <a:schemeClr val="dk1"/>
                </a:solidFill>
              </a:rPr>
              <a:t>Vicarious Liability of Engineer of Record</a:t>
            </a:r>
            <a:endParaRPr b="1" sz="1100">
              <a:solidFill>
                <a:schemeClr val="dk1"/>
              </a:solidFill>
            </a:endParaRPr>
          </a:p>
        </p:txBody>
      </p:sp>
      <p:sp>
        <p:nvSpPr>
          <p:cNvPr descr="detail_2" id="265" name="Google Shape;265;p42"/>
          <p:cNvSpPr txBox="1"/>
          <p:nvPr>
            <p:ph idx="1" type="body"/>
          </p:nvPr>
        </p:nvSpPr>
        <p:spPr>
          <a:xfrm>
            <a:off x="3200050" y="3614193"/>
            <a:ext cx="5595300" cy="1186200"/>
          </a:xfrm>
          <a:prstGeom prst="rect">
            <a:avLst/>
          </a:prstGeom>
        </p:spPr>
        <p:txBody>
          <a:bodyPr anchorCtr="0" anchor="t" bIns="91425" lIns="0" spcFirstLastPara="1" rIns="0" wrap="square" tIns="91425">
            <a:noAutofit/>
          </a:bodyPr>
          <a:lstStyle/>
          <a:p>
            <a:pPr indent="0" lvl="0" marL="0" rtl="0" algn="l">
              <a:lnSpc>
                <a:spcPct val="115000"/>
              </a:lnSpc>
              <a:spcBef>
                <a:spcPts val="0"/>
              </a:spcBef>
              <a:spcAft>
                <a:spcPts val="1000"/>
              </a:spcAft>
              <a:buNone/>
            </a:pPr>
            <a:r>
              <a:rPr lang="en" sz="1100">
                <a:solidFill>
                  <a:schemeClr val="dk1"/>
                </a:solidFill>
              </a:rPr>
              <a:t>The Engineer of Record was held fully legally accountable for all design components and the actions of subordinates, affirming the non-delegable duty associated with the professional seal.</a:t>
            </a:r>
            <a:endParaRPr sz="1100">
              <a:solidFill>
                <a:schemeClr val="dk1"/>
              </a:solidFill>
            </a:endParaRPr>
          </a:p>
        </p:txBody>
      </p:sp>
      <p:sp>
        <p:nvSpPr>
          <p:cNvPr descr="title" id="266" name="Google Shape;266;p42"/>
          <p:cNvSpPr txBox="1"/>
          <p:nvPr>
            <p:ph type="title"/>
          </p:nvPr>
        </p:nvSpPr>
        <p:spPr>
          <a:xfrm>
            <a:off x="348600" y="521275"/>
            <a:ext cx="8334300" cy="572700"/>
          </a:xfrm>
          <a:prstGeom prst="rect">
            <a:avLst/>
          </a:prstGeom>
        </p:spPr>
        <p:txBody>
          <a:bodyPr anchorCtr="0" anchor="b" bIns="91425" lIns="0" spcFirstLastPara="1" rIns="0" wrap="square" tIns="91425">
            <a:noAutofit/>
          </a:bodyPr>
          <a:lstStyle/>
          <a:p>
            <a:pPr indent="0" lvl="0" marL="0" rtl="0" algn="l">
              <a:spcBef>
                <a:spcPts val="0"/>
              </a:spcBef>
              <a:spcAft>
                <a:spcPts val="0"/>
              </a:spcAft>
              <a:buSzPts val="990"/>
              <a:buNone/>
            </a:pPr>
            <a:r>
              <a:rPr b="1" lang="en" sz="2300">
                <a:latin typeface="Bodoni Moda"/>
                <a:ea typeface="Bodoni Moda"/>
                <a:cs typeface="Bodoni Moda"/>
                <a:sym typeface="Bodoni Moda"/>
              </a:rPr>
              <a:t>Legal Accountability &amp; The Rejection of Industry Custom</a:t>
            </a:r>
            <a:endParaRPr b="1" sz="2300">
              <a:solidFill>
                <a:schemeClr val="dk1"/>
              </a:solidFill>
              <a:latin typeface="Bodoni Moda"/>
              <a:ea typeface="Bodoni Moda"/>
              <a:cs typeface="Bodoni Moda"/>
              <a:sym typeface="Bodoni Moda"/>
            </a:endParaRPr>
          </a:p>
        </p:txBody>
      </p:sp>
      <p:sp>
        <p:nvSpPr>
          <p:cNvPr descr="chapter" id="267" name="Google Shape;267;p42"/>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Legal Analysis</a:t>
            </a:r>
            <a:endParaRPr b="1" sz="1000">
              <a:solidFill>
                <a:schemeClr val="accent1"/>
              </a:solidFill>
              <a:latin typeface="Noto Sans"/>
              <a:ea typeface="Noto Sans"/>
              <a:cs typeface="Noto Sans"/>
              <a:sym typeface="Noto Sans"/>
            </a:endParaRPr>
          </a:p>
        </p:txBody>
      </p:sp>
      <p:pic>
        <p:nvPicPr>
          <p:cNvPr id="268" name="Google Shape;268;p42"/>
          <p:cNvPicPr preferRelativeResize="0"/>
          <p:nvPr/>
        </p:nvPicPr>
        <p:blipFill>
          <a:blip r:embed="rId3">
            <a:alphaModFix/>
          </a:blip>
          <a:stretch>
            <a:fillRect/>
          </a:stretch>
        </p:blipFill>
        <p:spPr>
          <a:xfrm>
            <a:off x="348588" y="1343900"/>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269" name="Google Shape;269;p42"/>
          <p:cNvPicPr preferRelativeResize="0"/>
          <p:nvPr/>
        </p:nvPicPr>
        <p:blipFill>
          <a:blip r:embed="rId4">
            <a:alphaModFix/>
          </a:blip>
          <a:stretch>
            <a:fillRect/>
          </a:stretch>
        </p:blipFill>
        <p:spPr>
          <a:xfrm>
            <a:off x="348588" y="2531938"/>
            <a:ext cx="201168" cy="201168"/>
          </a:xfrm>
          <a:prstGeom prst="rect">
            <a:avLst/>
          </a:prstGeom>
          <a:noFill/>
          <a:ln cap="flat" cmpd="sng" w="9525">
            <a:solidFill>
              <a:srgbClr val="D60202">
                <a:alpha val="0"/>
              </a:srgbClr>
            </a:solidFill>
            <a:prstDash val="solid"/>
            <a:round/>
            <a:headEnd len="sm" w="sm" type="none"/>
            <a:tailEnd len="sm" w="sm" type="none"/>
          </a:ln>
        </p:spPr>
      </p:pic>
      <p:pic>
        <p:nvPicPr>
          <p:cNvPr id="270" name="Google Shape;270;p42"/>
          <p:cNvPicPr preferRelativeResize="0"/>
          <p:nvPr/>
        </p:nvPicPr>
        <p:blipFill>
          <a:blip r:embed="rId5">
            <a:alphaModFix/>
          </a:blip>
          <a:stretch>
            <a:fillRect/>
          </a:stretch>
        </p:blipFill>
        <p:spPr>
          <a:xfrm>
            <a:off x="348588" y="3719975"/>
            <a:ext cx="201168" cy="201168"/>
          </a:xfrm>
          <a:prstGeom prst="rect">
            <a:avLst/>
          </a:prstGeom>
          <a:noFill/>
          <a:ln cap="flat" cmpd="sng" w="9525">
            <a:solidFill>
              <a:srgbClr val="D60202">
                <a:alpha val="0"/>
              </a:srgbClr>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4" name="Shape 274"/>
        <p:cNvGrpSpPr/>
        <p:nvPr/>
      </p:nvGrpSpPr>
      <p:grpSpPr>
        <a:xfrm>
          <a:off x="0" y="0"/>
          <a:ext cx="0" cy="0"/>
          <a:chOff x="0" y="0"/>
          <a:chExt cx="0" cy="0"/>
        </a:xfrm>
      </p:grpSpPr>
      <p:sp>
        <p:nvSpPr>
          <p:cNvPr descr="header_0" id="275" name="Google Shape;275;p43"/>
          <p:cNvSpPr txBox="1"/>
          <p:nvPr>
            <p:ph idx="4294967295" type="subTitle"/>
          </p:nvPr>
        </p:nvSpPr>
        <p:spPr>
          <a:xfrm>
            <a:off x="34467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ASCE Canon 1: Public Safety Paramount</a:t>
            </a:r>
            <a:endParaRPr b="1" sz="1200">
              <a:solidFill>
                <a:schemeClr val="dk1"/>
              </a:solidFill>
            </a:endParaRPr>
          </a:p>
        </p:txBody>
      </p:sp>
      <p:sp>
        <p:nvSpPr>
          <p:cNvPr descr="header_1" id="276" name="Google Shape;276;p43"/>
          <p:cNvSpPr txBox="1"/>
          <p:nvPr>
            <p:ph idx="4294967295" type="subTitle"/>
          </p:nvPr>
        </p:nvSpPr>
        <p:spPr>
          <a:xfrm>
            <a:off x="3261009"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Ethical Failure: Speed vs Safety</a:t>
            </a:r>
            <a:endParaRPr b="1" sz="1200">
              <a:solidFill>
                <a:schemeClr val="dk1"/>
              </a:solidFill>
            </a:endParaRPr>
          </a:p>
        </p:txBody>
      </p:sp>
      <p:sp>
        <p:nvSpPr>
          <p:cNvPr descr="header_2" id="277" name="Google Shape;277;p43"/>
          <p:cNvSpPr txBox="1"/>
          <p:nvPr>
            <p:ph idx="4294967295" type="subTitle"/>
          </p:nvPr>
        </p:nvSpPr>
        <p:spPr>
          <a:xfrm>
            <a:off x="6177325" y="1766350"/>
            <a:ext cx="2509500" cy="601500"/>
          </a:xfrm>
          <a:prstGeom prst="rect">
            <a:avLst/>
          </a:prstGeom>
        </p:spPr>
        <p:txBody>
          <a:bodyPr anchorCtr="0" anchor="t" bIns="91425" lIns="0" spcFirstLastPara="1" rIns="91425" wrap="square" tIns="91425">
            <a:noAutofit/>
          </a:bodyPr>
          <a:lstStyle/>
          <a:p>
            <a:pPr indent="0" lvl="0" marL="0" rtl="0" algn="l">
              <a:spcBef>
                <a:spcPts val="0"/>
              </a:spcBef>
              <a:spcAft>
                <a:spcPts val="800"/>
              </a:spcAft>
              <a:buNone/>
            </a:pPr>
            <a:r>
              <a:rPr b="1" lang="en" sz="1200">
                <a:solidFill>
                  <a:schemeClr val="dk1"/>
                </a:solidFill>
              </a:rPr>
              <a:t>Legacy of the Professional Seal</a:t>
            </a:r>
            <a:endParaRPr b="1" sz="1200">
              <a:solidFill>
                <a:schemeClr val="dk1"/>
              </a:solidFill>
            </a:endParaRPr>
          </a:p>
        </p:txBody>
      </p:sp>
      <p:sp>
        <p:nvSpPr>
          <p:cNvPr descr="detail_0" id="278" name="Google Shape;278;p43"/>
          <p:cNvSpPr txBox="1"/>
          <p:nvPr>
            <p:ph idx="1" type="body"/>
          </p:nvPr>
        </p:nvSpPr>
        <p:spPr>
          <a:xfrm>
            <a:off x="348525"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Canon 1 mandates engineers to hold paramount the safety, health, and welfare of the public in all professional duties, emphasizing an uncompromising ethical standard.</a:t>
            </a:r>
            <a:endParaRPr sz="1000">
              <a:solidFill>
                <a:schemeClr val="dk1"/>
              </a:solidFill>
            </a:endParaRPr>
          </a:p>
        </p:txBody>
      </p:sp>
      <p:sp>
        <p:nvSpPr>
          <p:cNvPr descr="detail_1" id="279" name="Google Shape;279;p43"/>
          <p:cNvSpPr txBox="1"/>
          <p:nvPr>
            <p:ph idx="1" type="body"/>
          </p:nvPr>
        </p:nvSpPr>
        <p:spPr>
          <a:xfrm>
            <a:off x="32648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The Hyatt case highlights the fatal consequences of prioritizing project speed and financial constraints over thorough structural verification and safety assurance.</a:t>
            </a:r>
            <a:endParaRPr sz="1000">
              <a:solidFill>
                <a:schemeClr val="dk1"/>
              </a:solidFill>
            </a:endParaRPr>
          </a:p>
        </p:txBody>
      </p:sp>
      <p:sp>
        <p:nvSpPr>
          <p:cNvPr descr="detail_2" id="280" name="Google Shape;280;p43"/>
          <p:cNvSpPr txBox="1"/>
          <p:nvPr>
            <p:ph idx="1" type="body"/>
          </p:nvPr>
        </p:nvSpPr>
        <p:spPr>
          <a:xfrm>
            <a:off x="6181150" y="2367851"/>
            <a:ext cx="2509500" cy="2256900"/>
          </a:xfrm>
          <a:prstGeom prst="rect">
            <a:avLst/>
          </a:prstGeom>
        </p:spPr>
        <p:txBody>
          <a:bodyPr anchorCtr="0" anchor="t" bIns="91425" lIns="0" spcFirstLastPara="1" rIns="0" wrap="square" tIns="91425">
            <a:noAutofit/>
          </a:bodyPr>
          <a:lstStyle/>
          <a:p>
            <a:pPr indent="0" lvl="0" marL="0" rtl="0" algn="l">
              <a:lnSpc>
                <a:spcPct val="125000"/>
              </a:lnSpc>
              <a:spcBef>
                <a:spcPts val="0"/>
              </a:spcBef>
              <a:spcAft>
                <a:spcPts val="1000"/>
              </a:spcAft>
              <a:buNone/>
            </a:pPr>
            <a:r>
              <a:rPr lang="en" sz="1000">
                <a:solidFill>
                  <a:schemeClr val="dk1"/>
                </a:solidFill>
              </a:rPr>
              <a:t>The engineer’s seal is a non-delegable guarantee of mathematical rigor and safety; license revocations following the collapse reinforced this absolute ethical and legal duty.</a:t>
            </a:r>
            <a:endParaRPr sz="1000">
              <a:solidFill>
                <a:schemeClr val="dk1"/>
              </a:solidFill>
            </a:endParaRPr>
          </a:p>
        </p:txBody>
      </p:sp>
      <p:sp>
        <p:nvSpPr>
          <p:cNvPr descr="title" id="281" name="Google Shape;281;p43"/>
          <p:cNvSpPr txBox="1"/>
          <p:nvPr>
            <p:ph type="title"/>
          </p:nvPr>
        </p:nvSpPr>
        <p:spPr>
          <a:xfrm>
            <a:off x="348600" y="521275"/>
            <a:ext cx="8334300" cy="572700"/>
          </a:xfrm>
          <a:prstGeom prst="rect">
            <a:avLst/>
          </a:prstGeom>
        </p:spPr>
        <p:txBody>
          <a:bodyPr anchorCtr="0" anchor="b" bIns="91425" lIns="0" spcFirstLastPara="1" rIns="0" wrap="square" tIns="91425">
            <a:noAutofit/>
          </a:bodyPr>
          <a:lstStyle/>
          <a:p>
            <a:pPr indent="0" lvl="0" marL="0" rtl="0" algn="l">
              <a:spcBef>
                <a:spcPts val="0"/>
              </a:spcBef>
              <a:spcAft>
                <a:spcPts val="0"/>
              </a:spcAft>
              <a:buSzPts val="990"/>
              <a:buNone/>
            </a:pPr>
            <a:r>
              <a:rPr b="1" lang="en" sz="2400">
                <a:latin typeface="Bodoni Moda"/>
                <a:ea typeface="Bodoni Moda"/>
                <a:cs typeface="Bodoni Moda"/>
                <a:sym typeface="Bodoni Moda"/>
              </a:rPr>
              <a:t>Canon 1 and the Non-Delegable Duty of the Seal</a:t>
            </a:r>
            <a:endParaRPr b="1" sz="2400">
              <a:solidFill>
                <a:schemeClr val="dk1"/>
              </a:solidFill>
              <a:latin typeface="Bodoni Moda"/>
              <a:ea typeface="Bodoni Moda"/>
              <a:cs typeface="Bodoni Moda"/>
              <a:sym typeface="Bodoni Moda"/>
            </a:endParaRPr>
          </a:p>
        </p:txBody>
      </p:sp>
      <p:sp>
        <p:nvSpPr>
          <p:cNvPr descr="chapter" id="282" name="Google Shape;282;p43"/>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Ethics</a:t>
            </a:r>
            <a:endParaRPr b="1" sz="1000">
              <a:solidFill>
                <a:schemeClr val="accent1"/>
              </a:solidFill>
              <a:latin typeface="Noto Sans"/>
              <a:ea typeface="Noto Sans"/>
              <a:cs typeface="Noto Sans"/>
              <a:sym typeface="Noto Sans"/>
            </a:endParaRPr>
          </a:p>
        </p:txBody>
      </p:sp>
      <p:pic>
        <p:nvPicPr>
          <p:cNvPr id="283" name="Google Shape;283;p43"/>
          <p:cNvPicPr preferRelativeResize="0"/>
          <p:nvPr/>
        </p:nvPicPr>
        <p:blipFill>
          <a:blip r:embed="rId3">
            <a:alphaModFix/>
          </a:blip>
          <a:stretch>
            <a:fillRect/>
          </a:stretch>
        </p:blipFill>
        <p:spPr>
          <a:xfrm>
            <a:off x="348588"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84" name="Google Shape;284;p43"/>
          <p:cNvPicPr preferRelativeResize="0"/>
          <p:nvPr/>
        </p:nvPicPr>
        <p:blipFill>
          <a:blip r:embed="rId4">
            <a:alphaModFix/>
          </a:blip>
          <a:stretch>
            <a:fillRect/>
          </a:stretch>
        </p:blipFill>
        <p:spPr>
          <a:xfrm>
            <a:off x="3258937" y="1486275"/>
            <a:ext cx="201168" cy="201168"/>
          </a:xfrm>
          <a:prstGeom prst="rect">
            <a:avLst/>
          </a:prstGeom>
          <a:noFill/>
          <a:ln cap="flat" cmpd="sng" w="9525">
            <a:solidFill>
              <a:srgbClr val="776471">
                <a:alpha val="0"/>
              </a:srgbClr>
            </a:solidFill>
            <a:prstDash val="solid"/>
            <a:round/>
            <a:headEnd len="sm" w="sm" type="none"/>
            <a:tailEnd len="sm" w="sm" type="none"/>
          </a:ln>
        </p:spPr>
      </p:pic>
      <p:pic>
        <p:nvPicPr>
          <p:cNvPr id="285" name="Google Shape;285;p43"/>
          <p:cNvPicPr preferRelativeResize="0"/>
          <p:nvPr/>
        </p:nvPicPr>
        <p:blipFill>
          <a:blip r:embed="rId5">
            <a:alphaModFix/>
          </a:blip>
          <a:stretch>
            <a:fillRect/>
          </a:stretch>
        </p:blipFill>
        <p:spPr>
          <a:xfrm>
            <a:off x="6169288" y="1486275"/>
            <a:ext cx="201168" cy="201168"/>
          </a:xfrm>
          <a:prstGeom prst="rect">
            <a:avLst/>
          </a:prstGeom>
          <a:noFill/>
          <a:ln cap="flat" cmpd="sng" w="9525">
            <a:solidFill>
              <a:srgbClr val="776471">
                <a:alpha val="0"/>
              </a:srgbClr>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9" name="Shape 289"/>
        <p:cNvGrpSpPr/>
        <p:nvPr/>
      </p:nvGrpSpPr>
      <p:grpSpPr>
        <a:xfrm>
          <a:off x="0" y="0"/>
          <a:ext cx="0" cy="0"/>
          <a:chOff x="0" y="0"/>
          <a:chExt cx="0" cy="0"/>
        </a:xfrm>
      </p:grpSpPr>
      <p:sp>
        <p:nvSpPr>
          <p:cNvPr descr="header_0" id="290" name="Google Shape;290;p44"/>
          <p:cNvSpPr txBox="1"/>
          <p:nvPr/>
        </p:nvSpPr>
        <p:spPr>
          <a:xfrm>
            <a:off x="348525" y="1153600"/>
            <a:ext cx="1968600" cy="666600"/>
          </a:xfrm>
          <a:prstGeom prst="rect">
            <a:avLst/>
          </a:prstGeom>
          <a:noFill/>
          <a:ln>
            <a:noFill/>
          </a:ln>
        </p:spPr>
        <p:txBody>
          <a:bodyPr anchorCtr="0" anchor="b" bIns="91425" lIns="0" spcFirstLastPara="1" rIns="91425" wrap="square" tIns="0">
            <a:noAutofit/>
          </a:bodyPr>
          <a:lstStyle/>
          <a:p>
            <a:pPr indent="0" lvl="0" marL="0" rtl="0" algn="l">
              <a:spcBef>
                <a:spcPts val="0"/>
              </a:spcBef>
              <a:spcAft>
                <a:spcPts val="0"/>
              </a:spcAft>
              <a:buNone/>
            </a:pPr>
            <a:r>
              <a:rPr b="1" lang="en" sz="1200">
                <a:solidFill>
                  <a:schemeClr val="dk1"/>
                </a:solidFill>
                <a:latin typeface="Georgia"/>
                <a:ea typeface="Georgia"/>
                <a:cs typeface="Georgia"/>
                <a:sym typeface="Georgia"/>
              </a:rPr>
              <a:t>Fabricator &amp; Engineer Assumptions</a:t>
            </a:r>
            <a:endParaRPr b="1" sz="1200">
              <a:solidFill>
                <a:schemeClr val="dk1"/>
              </a:solidFill>
              <a:latin typeface="Georgia"/>
              <a:ea typeface="Georgia"/>
              <a:cs typeface="Georgia"/>
              <a:sym typeface="Georgia"/>
            </a:endParaRPr>
          </a:p>
        </p:txBody>
      </p:sp>
      <p:sp>
        <p:nvSpPr>
          <p:cNvPr descr="header_1" id="291" name="Google Shape;291;p44"/>
          <p:cNvSpPr txBox="1"/>
          <p:nvPr/>
        </p:nvSpPr>
        <p:spPr>
          <a:xfrm>
            <a:off x="2472428" y="1153600"/>
            <a:ext cx="1968600" cy="666600"/>
          </a:xfrm>
          <a:prstGeom prst="rect">
            <a:avLst/>
          </a:prstGeom>
          <a:noFill/>
          <a:ln>
            <a:noFill/>
          </a:ln>
        </p:spPr>
        <p:txBody>
          <a:bodyPr anchorCtr="0" anchor="b" bIns="91425" lIns="0" spcFirstLastPara="1" rIns="91425" wrap="square" tIns="0">
            <a:noAutofit/>
          </a:bodyPr>
          <a:lstStyle/>
          <a:p>
            <a:pPr indent="0" lvl="0" marL="0" rtl="0" algn="l">
              <a:spcBef>
                <a:spcPts val="0"/>
              </a:spcBef>
              <a:spcAft>
                <a:spcPts val="0"/>
              </a:spcAft>
              <a:buNone/>
            </a:pPr>
            <a:r>
              <a:rPr b="1" lang="en" sz="1200">
                <a:solidFill>
                  <a:schemeClr val="dk1"/>
                </a:solidFill>
                <a:latin typeface="Georgia"/>
                <a:ea typeface="Georgia"/>
                <a:cs typeface="Georgia"/>
                <a:sym typeface="Georgia"/>
              </a:rPr>
              <a:t>Compressed Review Timeline</a:t>
            </a:r>
            <a:endParaRPr b="1" sz="1200">
              <a:solidFill>
                <a:schemeClr val="dk1"/>
              </a:solidFill>
              <a:latin typeface="Georgia"/>
              <a:ea typeface="Georgia"/>
              <a:cs typeface="Georgia"/>
              <a:sym typeface="Georgia"/>
            </a:endParaRPr>
          </a:p>
        </p:txBody>
      </p:sp>
      <p:sp>
        <p:nvSpPr>
          <p:cNvPr descr="header_2" id="292" name="Google Shape;292;p44"/>
          <p:cNvSpPr txBox="1"/>
          <p:nvPr/>
        </p:nvSpPr>
        <p:spPr>
          <a:xfrm>
            <a:off x="4596331" y="1153600"/>
            <a:ext cx="1968600" cy="666600"/>
          </a:xfrm>
          <a:prstGeom prst="rect">
            <a:avLst/>
          </a:prstGeom>
          <a:noFill/>
          <a:ln>
            <a:noFill/>
          </a:ln>
        </p:spPr>
        <p:txBody>
          <a:bodyPr anchorCtr="0" anchor="b" bIns="91425" lIns="0" spcFirstLastPara="1" rIns="91425" wrap="square" tIns="0">
            <a:noAutofit/>
          </a:bodyPr>
          <a:lstStyle/>
          <a:p>
            <a:pPr indent="0" lvl="0" marL="0" rtl="0" algn="l">
              <a:spcBef>
                <a:spcPts val="0"/>
              </a:spcBef>
              <a:spcAft>
                <a:spcPts val="0"/>
              </a:spcAft>
              <a:buNone/>
            </a:pPr>
            <a:r>
              <a:rPr b="1" lang="en" sz="1200">
                <a:solidFill>
                  <a:schemeClr val="dk1"/>
                </a:solidFill>
                <a:latin typeface="Georgia"/>
                <a:ea typeface="Georgia"/>
                <a:cs typeface="Georgia"/>
                <a:sym typeface="Georgia"/>
              </a:rPr>
              <a:t>Zero Load Calculations</a:t>
            </a:r>
            <a:endParaRPr b="1" sz="1200">
              <a:solidFill>
                <a:schemeClr val="dk1"/>
              </a:solidFill>
              <a:latin typeface="Georgia"/>
              <a:ea typeface="Georgia"/>
              <a:cs typeface="Georgia"/>
              <a:sym typeface="Georgia"/>
            </a:endParaRPr>
          </a:p>
        </p:txBody>
      </p:sp>
      <p:sp>
        <p:nvSpPr>
          <p:cNvPr descr="header_3" id="293" name="Google Shape;293;p44"/>
          <p:cNvSpPr txBox="1"/>
          <p:nvPr/>
        </p:nvSpPr>
        <p:spPr>
          <a:xfrm>
            <a:off x="6720250" y="1153600"/>
            <a:ext cx="1968600" cy="666600"/>
          </a:xfrm>
          <a:prstGeom prst="rect">
            <a:avLst/>
          </a:prstGeom>
          <a:noFill/>
          <a:ln>
            <a:noFill/>
          </a:ln>
        </p:spPr>
        <p:txBody>
          <a:bodyPr anchorCtr="0" anchor="b" bIns="91425" lIns="0" spcFirstLastPara="1" rIns="91425" wrap="square" tIns="0">
            <a:noAutofit/>
          </a:bodyPr>
          <a:lstStyle/>
          <a:p>
            <a:pPr indent="0" lvl="0" marL="0" rtl="0" algn="l">
              <a:spcBef>
                <a:spcPts val="0"/>
              </a:spcBef>
              <a:spcAft>
                <a:spcPts val="0"/>
              </a:spcAft>
              <a:buNone/>
            </a:pPr>
            <a:r>
              <a:rPr b="1" lang="en" sz="1200">
                <a:solidFill>
                  <a:schemeClr val="dk1"/>
                </a:solidFill>
                <a:latin typeface="Georgia"/>
                <a:ea typeface="Georgia"/>
                <a:cs typeface="Georgia"/>
                <a:sym typeface="Georgia"/>
              </a:rPr>
              <a:t>Lack of Integrated Communication</a:t>
            </a:r>
            <a:endParaRPr b="1" sz="1200">
              <a:solidFill>
                <a:schemeClr val="dk1"/>
              </a:solidFill>
              <a:latin typeface="Georgia"/>
              <a:ea typeface="Georgia"/>
              <a:cs typeface="Georgia"/>
              <a:sym typeface="Georgia"/>
            </a:endParaRPr>
          </a:p>
        </p:txBody>
      </p:sp>
      <p:sp>
        <p:nvSpPr>
          <p:cNvPr descr="detail_0" id="294" name="Google Shape;294;p44"/>
          <p:cNvSpPr txBox="1"/>
          <p:nvPr/>
        </p:nvSpPr>
        <p:spPr>
          <a:xfrm>
            <a:off x="345575" y="2095125"/>
            <a:ext cx="1968600" cy="28158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2000"/>
              </a:spcAft>
              <a:buNone/>
            </a:pPr>
            <a:r>
              <a:rPr lang="en" sz="1100">
                <a:solidFill>
                  <a:schemeClr val="dk1"/>
                </a:solidFill>
                <a:latin typeface="Georgia"/>
                <a:ea typeface="Georgia"/>
                <a:cs typeface="Georgia"/>
                <a:sym typeface="Georgia"/>
              </a:rPr>
              <a:t>The steel fabricator assumed the engineer had fully verified the modified design, while the engineer trusted the fabricator’s shop drawings without rigorous review or recalculation.</a:t>
            </a:r>
            <a:endParaRPr sz="1100">
              <a:solidFill>
                <a:schemeClr val="dk1"/>
              </a:solidFill>
              <a:latin typeface="Georgia"/>
              <a:ea typeface="Georgia"/>
              <a:cs typeface="Georgia"/>
              <a:sym typeface="Georgia"/>
            </a:endParaRPr>
          </a:p>
        </p:txBody>
      </p:sp>
      <p:sp>
        <p:nvSpPr>
          <p:cNvPr descr="detail_1" id="295" name="Google Shape;295;p44"/>
          <p:cNvSpPr txBox="1"/>
          <p:nvPr/>
        </p:nvSpPr>
        <p:spPr>
          <a:xfrm>
            <a:off x="2469486" y="2095125"/>
            <a:ext cx="1968600" cy="28158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100">
                <a:solidFill>
                  <a:schemeClr val="dk1"/>
                </a:solidFill>
                <a:latin typeface="Georgia"/>
                <a:ea typeface="Georgia"/>
                <a:cs typeface="Georgia"/>
                <a:sym typeface="Georgia"/>
              </a:rPr>
              <a:t>Forty-two complex structural drawings were approved in just ten days under a fast-track schedule, severely limiting time for thorough technical scrutiny and peer review.</a:t>
            </a:r>
            <a:endParaRPr sz="1100">
              <a:solidFill>
                <a:schemeClr val="dk1"/>
              </a:solidFill>
              <a:latin typeface="Georgia"/>
              <a:ea typeface="Georgia"/>
              <a:cs typeface="Georgia"/>
              <a:sym typeface="Georgia"/>
            </a:endParaRPr>
          </a:p>
        </p:txBody>
      </p:sp>
      <p:sp>
        <p:nvSpPr>
          <p:cNvPr descr="detail_2" id="296" name="Google Shape;296;p44"/>
          <p:cNvSpPr txBox="1"/>
          <p:nvPr/>
        </p:nvSpPr>
        <p:spPr>
          <a:xfrm>
            <a:off x="4593397" y="2095125"/>
            <a:ext cx="1968600" cy="28158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100">
                <a:solidFill>
                  <a:schemeClr val="dk1"/>
                </a:solidFill>
                <a:latin typeface="Georgia"/>
                <a:ea typeface="Georgia"/>
                <a:cs typeface="Georgia"/>
                <a:sym typeface="Georgia"/>
              </a:rPr>
              <a:t>The project engineer responsible for the modification performed no load calculations on the critical double-rod system, leaving the structural integrity unchecked and vulnerable.</a:t>
            </a:r>
            <a:endParaRPr sz="1100">
              <a:solidFill>
                <a:schemeClr val="dk1"/>
              </a:solidFill>
              <a:latin typeface="Georgia"/>
              <a:ea typeface="Georgia"/>
              <a:cs typeface="Georgia"/>
              <a:sym typeface="Georgia"/>
            </a:endParaRPr>
          </a:p>
        </p:txBody>
      </p:sp>
      <p:sp>
        <p:nvSpPr>
          <p:cNvPr descr="detail_3" id="297" name="Google Shape;297;p44"/>
          <p:cNvSpPr txBox="1"/>
          <p:nvPr/>
        </p:nvSpPr>
        <p:spPr>
          <a:xfrm>
            <a:off x="6717325" y="2095125"/>
            <a:ext cx="1968600" cy="28158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800"/>
              </a:spcAft>
              <a:buNone/>
            </a:pPr>
            <a:r>
              <a:rPr lang="en" sz="1100">
                <a:solidFill>
                  <a:schemeClr val="dk1"/>
                </a:solidFill>
                <a:latin typeface="Georgia"/>
                <a:ea typeface="Georgia"/>
                <a:cs typeface="Georgia"/>
                <a:sym typeface="Georgia"/>
              </a:rPr>
              <a:t>Disjointed interactions between the owner, architect, engineer, and fabricator prevented holistic understanding of design changes, contributing to oversight failures and risk amplification.</a:t>
            </a:r>
            <a:endParaRPr sz="1100">
              <a:solidFill>
                <a:schemeClr val="dk1"/>
              </a:solidFill>
              <a:latin typeface="Georgia"/>
              <a:ea typeface="Georgia"/>
              <a:cs typeface="Georgia"/>
              <a:sym typeface="Georgia"/>
            </a:endParaRPr>
          </a:p>
        </p:txBody>
      </p:sp>
      <p:sp>
        <p:nvSpPr>
          <p:cNvPr descr="title" id="298" name="Google Shape;298;p44"/>
          <p:cNvSpPr txBox="1"/>
          <p:nvPr>
            <p:ph type="title"/>
          </p:nvPr>
        </p:nvSpPr>
        <p:spPr>
          <a:xfrm>
            <a:off x="348600" y="521275"/>
            <a:ext cx="8334300" cy="572700"/>
          </a:xfrm>
          <a:prstGeom prst="rect">
            <a:avLst/>
          </a:prstGeom>
        </p:spPr>
        <p:txBody>
          <a:bodyPr anchorCtr="0" anchor="ctr" bIns="91425" lIns="0" spcFirstLastPara="1" rIns="0" wrap="square" tIns="91425">
            <a:noAutofit/>
          </a:bodyPr>
          <a:lstStyle/>
          <a:p>
            <a:pPr indent="0" lvl="0" marL="0" rtl="0" algn="l">
              <a:spcBef>
                <a:spcPts val="0"/>
              </a:spcBef>
              <a:spcAft>
                <a:spcPts val="0"/>
              </a:spcAft>
              <a:buSzPts val="990"/>
              <a:buNone/>
            </a:pPr>
            <a:r>
              <a:rPr b="1" lang="en">
                <a:latin typeface="Bodoni Moda"/>
                <a:ea typeface="Bodoni Moda"/>
                <a:cs typeface="Bodoni Moda"/>
                <a:sym typeface="Bodoni Moda"/>
              </a:rPr>
              <a:t>Procedural Breakdown &amp; Communication Failures</a:t>
            </a:r>
            <a:endParaRPr b="1" sz="2400">
              <a:solidFill>
                <a:schemeClr val="lt1"/>
              </a:solidFill>
              <a:latin typeface="Bodoni Moda"/>
              <a:ea typeface="Bodoni Moda"/>
              <a:cs typeface="Bodoni Moda"/>
              <a:sym typeface="Bodoni Moda"/>
            </a:endParaRPr>
          </a:p>
        </p:txBody>
      </p:sp>
      <p:sp>
        <p:nvSpPr>
          <p:cNvPr descr="chapter" id="299" name="Google Shape;299;p44"/>
          <p:cNvSpPr txBox="1"/>
          <p:nvPr/>
        </p:nvSpPr>
        <p:spPr>
          <a:xfrm>
            <a:off x="348600" y="280075"/>
            <a:ext cx="4230000" cy="241200"/>
          </a:xfrm>
          <a:prstGeom prst="rect">
            <a:avLst/>
          </a:prstGeom>
          <a:noFill/>
          <a:ln>
            <a:noFill/>
          </a:ln>
        </p:spPr>
        <p:txBody>
          <a:bodyPr anchorCtr="0" anchor="t" bIns="91425" lIns="0" spcFirstLastPara="1" rIns="91425" wrap="square" tIns="91425">
            <a:noAutofit/>
          </a:bodyPr>
          <a:lstStyle/>
          <a:p>
            <a:pPr indent="0" lvl="0" marL="0" rtl="0" algn="l">
              <a:spcBef>
                <a:spcPts val="0"/>
              </a:spcBef>
              <a:spcAft>
                <a:spcPts val="0"/>
              </a:spcAft>
              <a:buNone/>
            </a:pPr>
            <a:r>
              <a:rPr b="1" lang="en" sz="1000">
                <a:solidFill>
                  <a:schemeClr val="accent1"/>
                </a:solidFill>
                <a:latin typeface="Noto Sans"/>
                <a:ea typeface="Noto Sans"/>
                <a:cs typeface="Noto Sans"/>
                <a:sym typeface="Noto Sans"/>
              </a:rPr>
              <a:t>Procedural Breakdown</a:t>
            </a:r>
            <a:endParaRPr b="1" sz="1000">
              <a:solidFill>
                <a:schemeClr val="accent1"/>
              </a:solidFill>
              <a:latin typeface="Noto Sans"/>
              <a:ea typeface="Noto Sans"/>
              <a:cs typeface="Noto Sans"/>
              <a:sym typeface="Noto Sans"/>
            </a:endParaRPr>
          </a:p>
        </p:txBody>
      </p:sp>
      <p:sp>
        <p:nvSpPr>
          <p:cNvPr id="300" name="Google Shape;300;p44"/>
          <p:cNvSpPr/>
          <p:nvPr/>
        </p:nvSpPr>
        <p:spPr>
          <a:xfrm>
            <a:off x="348600" y="1929610"/>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301" name="Google Shape;301;p44"/>
          <p:cNvSpPr/>
          <p:nvPr/>
        </p:nvSpPr>
        <p:spPr>
          <a:xfrm>
            <a:off x="2472500" y="1929610"/>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302" name="Google Shape;302;p44"/>
          <p:cNvSpPr/>
          <p:nvPr/>
        </p:nvSpPr>
        <p:spPr>
          <a:xfrm>
            <a:off x="4596400" y="1929610"/>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303" name="Google Shape;303;p44"/>
          <p:cNvSpPr/>
          <p:nvPr/>
        </p:nvSpPr>
        <p:spPr>
          <a:xfrm>
            <a:off x="6720300" y="1929610"/>
            <a:ext cx="111600" cy="111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ditorial">
  <a:themeElements>
    <a:clrScheme name="Custom">
      <a:dk1>
        <a:srgbClr val="0E0E0E"/>
      </a:dk1>
      <a:lt1>
        <a:srgbClr val="FFFFFF"/>
      </a:lt1>
      <a:dk2>
        <a:srgbClr val="434343"/>
      </a:dk2>
      <a:lt2>
        <a:srgbClr val="E6E6E6"/>
      </a:lt2>
      <a:accent1>
        <a:srgbClr val="D60202"/>
      </a:accent1>
      <a:accent2>
        <a:srgbClr val="406E8E"/>
      </a:accent2>
      <a:accent3>
        <a:srgbClr val="F8F186"/>
      </a:accent3>
      <a:accent4>
        <a:srgbClr val="7DA4B3"/>
      </a:accent4>
      <a:accent5>
        <a:srgbClr val="776471"/>
      </a:accent5>
      <a:accent6>
        <a:srgbClr val="7F7CAF"/>
      </a:accent6>
      <a:hlink>
        <a:srgbClr val="D6020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